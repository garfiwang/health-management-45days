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【健管45天成果分享・王執定 Rich｜預計 55 秒】</a:t>
            </a:r>
          </a:p>
          <a:p/>
          <a:p>
            <a:r>
              <a:t>最後，讓大家看一下我的成績單！</a:t>
            </a:r>
          </a:p>
          <a:p/>
          <a:p>
            <a:r>
              <a:t>體重：從 68.7 公斤一路降到 63.0 公斤，整整減掉 5.7 公斤，達成當初目標的 165.7%！超標完成！</a:t>
            </a:r>
          </a:p>
          <a:p>
            <a:r>
              <a:t>腰圍：從原本緊繃的 90 公分縮小到 82 公分，整整少了 8 公分！現在穿西裝褲，皮帶必須整整多退三格！</a:t>
            </a:r>
          </a:p>
          <a:p>
            <a:r>
              <a:t>身體年齡：從 48 歲逆生長到 42 歲，整整年輕了 6 歲！</a:t>
            </a:r>
          </a:p>
          <a:p>
            <a:r>
              <a:t>內臟脂肪狂降了 2 級，血壓從原本危險的 140/100 回復到完美的 120/80 mmHg 黃金標準！</a:t>
            </a:r>
          </a:p>
          <a:p/>
          <a:p>
            <a:r>
              <a:t>更重要的是最後這項數據：</a:t>
            </a:r>
          </a:p>
          <a:p>
            <a:r>
              <a:t>大家看，我的骨骼肌率從 31.1% 逆勢增加到 31.7%！</a:t>
            </a:r>
          </a:p>
          <a:p>
            <a:r>
              <a:t>這證明了只要方法科學、吃對營養，我們減掉的全是身體多餘的油與水！</a:t>
            </a:r>
          </a:p>
          <a:p>
            <a:r>
              <a:t>原本一開始擔心的肌耐力危機，最後透過科學體質調整，變成了更精實、更強壯的肌肉！</a:t>
            </a:r>
          </a:p>
          <a:p>
            <a:r>
              <a:t>我們不僅找回了身材，更奪回了健康與人生的主控權！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_rich_repor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