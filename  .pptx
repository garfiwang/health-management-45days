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【開場｜預計 30 秒】</a:t>
            </a:r>
          </a:p>
          <a:p>
            <a:r>
              <a:t>大家好，我是 Rich。</a:t>
            </a:r>
          </a:p>
          <a:p>
            <a:r>
              <a:t>今天要來和大家分享 45 天的蛻變歷程。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【第一幕・平凡世界｜預計 60 秒】</a:t>
            </a:r>
          </a:p>
          <a:p>
            <a:r>
              <a:t>別人都是朝九晚五，而我平常的工作是「朝五晚九」。</a:t>
            </a:r>
          </a:p>
          <a:p>
            <a:r>
              <a:t>什麼叫做朝五晚九呢？大家有聽過 BNI 商會嗎？應該有聽過吧。BNI 是不是都要很早起床？沒有錯。</a:t>
            </a:r>
          </a:p>
          <a:p>
            <a:r>
              <a:t>我有兩個 BNI 商會，一個是我自己創立的長輝分會，另一個是我輔導的金佑分會。所以我平常都很早起來開會，開完會之後要整理財經資料，下午要拜訪客戶或是接受客戶諮詢，有的時候會有演講，晚上也常常會有應酬和飯局。</a:t>
            </a:r>
          </a:p>
          <a:p>
            <a:r>
              <a:t>所以 可能5點要起床，忙到晚上九點。</a:t>
            </a:r>
          </a:p>
          <a:p>
            <a:r>
              <a:t>剛退伍的時候，可以拜訪客戶到晚上 12 點，第二天早上 8 點一樣準時進公司開會。</a:t>
            </a:r>
          </a:p>
          <a:p>
            <a:r>
              <a:t>到了 30 歲以後，早上就會需要喝一杯咖啡來提神。</a:t>
            </a:r>
          </a:p>
          <a:p>
            <a:r>
              <a:t>到了 40 歲以後，喝一杯咖啡可能不夠了，要喝到三杯咖啡，還會睡過頭爬不起來。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【第二幕・冒險召喚｜預計 75 秒】</a:t>
            </a:r>
          </a:p>
          <a:p>
            <a:r>
              <a:t>這時候你就會常常聽到新聞報導很多名人突然猝死，有的是因為過勞，最近也有很多是他平時不抽菸、不喝酒、很養生，但還是會出事情。聽到了這些新聞，會不會讓你覺得我應該要休息一下？我應該要來做做健管。</a:t>
            </a:r>
          </a:p>
          <a:p>
            <a:r>
              <a:t>不會~~因為我覺得我的身體很好呀，我家的基因很健康，我平常都有做好事、累積福報，所以我不會像他們這些人一樣。</a:t>
            </a:r>
          </a:p>
          <a:p>
            <a:r>
              <a:t>後來我的身體給我了一個警告：晚上睡覺半夜膝蓋會突然痛起來。</a:t>
            </a:r>
          </a:p>
          <a:p>
            <a:r>
              <a:t>那種痛會讓你痛到發瘋。請問大家，你覺得是什麼毛病？ 痛風</a:t>
            </a:r>
          </a:p>
          <a:p>
            <a:r>
              <a:t>不可能，我那麼健康，我家的基因那麼好，我平常都有做好事、積福報，我怎麼可能有痛風？</a:t>
            </a:r>
          </a:p>
          <a:p>
            <a:r>
              <a:t>後來我的身體再給了我一個警告。</a:t>
            </a:r>
          </a:p>
          <a:p>
            <a:r>
              <a:t>因為我的腰圍越來越寬廣，我就想說應該要來執行 168，所以我不吃早餐，早上就喝黑咖啡，想說可以燃燒脂肪。</a:t>
            </a:r>
          </a:p>
          <a:p>
            <a:r>
              <a:t>結果有一天早上頭暈目眩、心跳加速，整個身體提不上力，趕快去醫院檢查，結果一量血壓飆到 160</a:t>
            </a:r>
          </a:p>
          <a:p>
            <a:r>
              <a:t>到了這個時候，你覺得是不是應該要讓身體休息一下，要來做做健管，重新讓身體修復？</a:t>
            </a:r>
          </a:p>
          <a:p>
            <a:r>
              <a:t>不用啦~~我那麼健康，我家的基因那麼好，我平常都有做好事、積福報，我多喝水，多上健身房運動就可以了啦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【第三幕・跨越門檻｜預計 45 秒】</a:t>
            </a:r>
          </a:p>
          <a:p>
            <a:r>
              <a:t>英雄旅程的第三步，是跨越門檻——踏出那一步，就代表舊的世界結束，沒有退路了。</a:t>
            </a:r>
          </a:p>
          <a:p>
            <a:r>
              <a:t>2026 年 7 月 30 日，我和 Carolyn 一起正式簽下了健管 45 天的承諾書。</a:t>
            </a:r>
          </a:p>
          <a:p>
            <a:r>
              <a:t>我給自己設下的目標是減重 3.44 公斤（-5%），體脂下降 20%。</a:t>
            </a:r>
          </a:p>
          <a:p>
            <a:r>
              <a:t>我們做了一件很徹底的事：把家裡的零食、含糖飲料全部清空。我們不再依賴以前的高油高鹽外食，而是每天乖乖備齊優質蛋白質、大量蔬菜，每天喝下至少 3000cc 的水。</a:t>
            </a:r>
          </a:p>
          <a:p>
            <a:r>
              <a:t>跨越門檻的那天，我知道這不再是『試試看』，而是一場對自己的承諾。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【第四幕・試煉與盟友｜預計 55 秒】</a:t>
            </a:r>
          </a:p>
          <a:p>
            <a:r>
              <a:t>任何英雄旅程都不可能單打獨鬥。</a:t>
            </a:r>
          </a:p>
          <a:p>
            <a:r>
              <a:t>在這段旅程中，我最感謝的盟友就是我的另一半 Carolyn。</a:t>
            </a:r>
          </a:p>
          <a:p>
            <a:r>
              <a:t>俗話說：『一個人走得快，兩個人走得遠。』</a:t>
            </a:r>
          </a:p>
          <a:p>
            <a:r>
              <a:t>我們兩個人一起在廚房備餐、一起討論蛋白日的菜單、互相叮嚀喝水進度。當其中一個人感到嘴饞想偷吃時，另一個人就是最堅固的防線！最後 Carolyn 也減掉了 1.6 公斤純脂肪，骨骼肌不減反增！</a:t>
            </a:r>
          </a:p>
          <a:p>
            <a:r>
              <a:t>更重要的是我們的導航者——麥淑媛教練與沛璇。</a:t>
            </a:r>
          </a:p>
          <a:p>
            <a:r>
              <a:t>她們不是只給我們菜單，而是每天在群組看我們的餐盤照片，教我們辨認隱形地雷，讓我們明白原來吃對食物、攝取足夠優質蛋白質，身體真的會以驚人的速度修復。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【第五幕・最大危機（一）｜預計 55 秒】</a:t>
            </a:r>
          </a:p>
          <a:p>
            <a:r>
              <a:t>接下來，來到了英雄旅程最險峻的深淵——最大危機。</a:t>
            </a:r>
          </a:p>
          <a:p>
            <a:r>
              <a:t>大家看我的數據，第一週就狂瘦 3.2 公斤，到第三週體重掉到 63.6 公斤，達標率高達 148%。</a:t>
            </a:r>
          </a:p>
          <a:p>
            <a:r>
              <a:t>但就在大家為我鼓掌的時候，我迎來了第一個巨大考驗。</a:t>
            </a:r>
          </a:p>
          <a:p>
            <a:r>
              <a:t>有一天我走樓梯爬到 5 樓，雙腿突然發軟無力，整個人喘到不行。</a:t>
            </a:r>
          </a:p>
          <a:p>
            <a:r>
              <a:t>那一瞬間，我心裡冒出了極大的恐懼與懷疑：『我是不是做錯了？我是不是只減掉了水分跟肌肉？這樣虛弱的瘦，真的是我要的嗎？』</a:t>
            </a:r>
          </a:p>
          <a:p>
            <a:r>
              <a:t>我立刻向淑媛教練求助。教練看過我的數據與狀態，耐心地安撫我：這是大量燃脂時體內水分與肝醣快速消耗的必經轉型期，只要調整營養補給與水分電解質，身體很快就會適應。果不其然，調整後體力迅速回升，打破了我的心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【第五幕・最大危機（二）｜預計 55 秒】</a:t>
            </a:r>
          </a:p>
          <a:p>
            <a:r>
              <a:t>如果說肌耐力是體能的考驗，那『素食齋戒週』就是心智與自律的最高峰。</a:t>
            </a:r>
          </a:p>
          <a:p>
            <a:r>
              <a:t>在健管過程中碰上齋戒期，平常習慣依靠的雞肉、魚肉、蛋等高蛋白食物全部不能碰。</a:t>
            </a:r>
          </a:p>
          <a:p>
            <a:r>
              <a:t>走在外面，台灣傳統素食店幾乎都是炸豆皮、素肉、勾芡和滿滿的沙拉油，要做到健管要求的『純淨、無油、高蛋白』，簡直寸步難行！</a:t>
            </a:r>
          </a:p>
          <a:p>
            <a:r>
              <a:t>那幾天，飢餓感與想要破戒的誘惑無時無刻在腦中交戰。</a:t>
            </a:r>
          </a:p>
          <a:p>
            <a:r>
              <a:t>我和 Carolyn 只能想盡辦法，用植物蛋白素、大量深色蔬菜和豆腐來嚴格維持營養。</a:t>
            </a:r>
          </a:p>
          <a:p>
            <a:r>
              <a:t>當我們咬緊牙關撐過那週後，奇蹟發生了——我的腸道排便變得極度順暢純淨，身體前所未有的輕盈！那一刻我領悟到：限制不是剝奪，限制是為了讓身體找回原本強大的自癒能力。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【第六幕・蛻變與寶物（數據篇）｜預計 55 秒】</a:t>
            </a:r>
          </a:p>
          <a:p>
            <a:r>
              <a:t>走過考驗，我們迎來了英雄的寶物。</a:t>
            </a:r>
          </a:p>
          <a:p>
            <a:r>
              <a:t>這是 45 天後我的真實成績單：</a:t>
            </a:r>
          </a:p>
          <a:p>
            <a:r>
              <a:t>體重：從 68.7 公斤降到 63.0 公斤，整整減掉 5.7 公斤，達成當初目標的 165.7%！</a:t>
            </a:r>
          </a:p>
          <a:p>
            <a:r>
              <a:t>腰圍：從 90 公分縮小到 82 公分，整整少了 8 公分！家裡所有的褲子都變鬆了，皮帶重新打了三個洞！</a:t>
            </a:r>
          </a:p>
          <a:p>
            <a:r>
              <a:t>身體年齡：從 48 歲回春到 42 歲，年輕了 6 歲！</a:t>
            </a:r>
          </a:p>
          <a:p>
            <a:r>
              <a:t>內臟脂肪：從危險的 9 降到標準的 7！</a:t>
            </a:r>
          </a:p>
          <a:p>
            <a:r>
              <a:t>血壓：從 140/100 降回完全健康的 120/80！</a:t>
            </a:r>
          </a:p>
          <a:p>
            <a:r>
              <a:t>最讓我自豪的是最後一項——我的骨骼肌率從 31.1% 逆勢上升到 31.7%！這證明了透過科學健管，我們減掉的全是多餘的脂肪與廢水，肌肉扎扎實實地被保護了下來！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【第六幕・蛻變與寶物（生活篇）｜預計 50 秒】</a:t>
            </a:r>
          </a:p>
          <a:p>
            <a:r>
              <a:t>除了體重計上的數字，這 45 天帶給我最深沉的寶物是什麼？</a:t>
            </a:r>
          </a:p>
          <a:p>
            <a:r>
              <a:t>第一，是我的味蕾甦醒了。以前無辣不歡、重油重鹹；現在一口清蒸蔬菜，我能吃出大地原本的甘甜，身體會自然渴望乾淨的食物。</a:t>
            </a:r>
          </a:p>
          <a:p>
            <a:r>
              <a:t>第二，是精力的徹底解放。那種吃完午餐不再昏睡、下午腦袋清晰如鏡的專注感，是再多咖啡都換不來的。</a:t>
            </a:r>
          </a:p>
          <a:p>
            <a:r>
              <a:t>第三，也是最重要的——我重新贏回了對自己的掌控感。</a:t>
            </a:r>
          </a:p>
          <a:p>
            <a:r>
              <a:t>當你看見自己的身體在自己的自律與科學管理下，一步一步變成精實、健康的模樣，那種由內而外的自信，會擴散到你的工作、你的事業與你的人際關係中。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【第七幕・帶著禮物歸來｜預計 55 秒】</a:t>
            </a:r>
          </a:p>
          <a:p>
            <a:r>
              <a:t>英雄旅程的終點，是把在冒險中淬鍊出的寶物帶回平凡世界，分享給身邊的人。</a:t>
            </a:r>
          </a:p>
          <a:p>
            <a:r>
              <a:t>今天在座的朋友，如果你還沒參加過健管，甚至覺得減肥很痛苦、很遙遠。</a:t>
            </a:r>
          </a:p>
          <a:p>
            <a:r>
              <a:t>我想送你兩個明天立刻能做的小禮物：第一，明天開始把水喝足（體重乘 40cc）；第二，吃飯時先吃肉跟菜，把澱粉留到最後。只要這兩個小改變，你就會發現身體有不可思議的回應。</a:t>
            </a:r>
          </a:p>
          <a:p>
            <a:r>
              <a:t>而對於跟我一起並肩作戰的同期夥伴與教練們：</a:t>
            </a:r>
          </a:p>
          <a:p>
            <a:r>
              <a:t>45 天結束了，但我們的新人生才剛開始。維持期才是我們展現實力的時刻。讓我們把這份健康的習慣維持一輩子，並成為身邊親友的健康榜樣！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【結尾謝幕｜預計 40 秒】</a:t>
            </a:r>
          </a:p>
          <a:p>
            <a:r>
              <a:t>最後，我想用我這 45 天刻在心底的一句話做總結：</a:t>
            </a:r>
          </a:p>
          <a:p>
            <a:r>
              <a:t>『什麼事情都可以放下，唯獨不能放下筷子；什麼事情都可以失去，唯獨不能失去健康。』</a:t>
            </a:r>
          </a:p>
          <a:p>
            <a:r>
              <a:t>健管不是叫我們放下筷子挨餓節食，而是教我們好好拿穩筷子、吃對每一口營養。</a:t>
            </a:r>
          </a:p>
          <a:p>
            <a:r>
              <a:t>因為在這個世界上，任何忙碌都可以先放下，唯有這雙筷子下的健康，是我們一輩子絕對不能失去的底氣！</a:t>
            </a:r>
          </a:p>
          <a:p>
            <a:r>
              <a:t>48 歲不是衰老的藉口，而是精準管理生命的黃金起點。</a:t>
            </a:r>
          </a:p>
          <a:p>
            <a:r>
              <a:t>特別感謝我的戰友 Carolyn、我的推薦人沛璇、麥淑媛教練，以及這段時間互相激勵的所有夥伴。</a:t>
            </a:r>
          </a:p>
          <a:p>
            <a:r>
              <a:t>謝謝大家！願我們每一個人都能做自己生命裡的英雄！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ver_sunrise_20261029_004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188720"/>
            <a:ext cx="10728655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59669"/>
                </a:solidFill>
                <a:latin typeface="Microsoft JhengHei"/>
              </a:defRPr>
            </a:pPr>
            <a:r>
              <a:t>健管 45 天的心得與蛻變 ｜ 紐崔萊自然科學實踐</a:t>
            </a:r>
          </a:p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重啟 48 歲的身體主控權</a:t>
            </a:r>
          </a:p>
          <a:p>
            <a:pPr>
              <a:spcAft>
                <a:spcPts val="2600"/>
              </a:spcAft>
              <a:defRPr sz="2200">
                <a:solidFill>
                  <a:srgbClr val="94A3B8"/>
                </a:solidFill>
                <a:latin typeface="Microsoft JhengHei"/>
              </a:defRPr>
            </a:pPr>
            <a:r>
              <a:t>—— 一個上班族的「英雄旅程」上台分享</a:t>
            </a:r>
          </a:p>
          <a:p>
            <a:pPr>
              <a:defRPr sz="1500">
                <a:solidFill>
                  <a:srgbClr val="CBD5E1"/>
                </a:solidFill>
                <a:latin typeface="Microsoft JhengHei"/>
              </a:defRPr>
            </a:pPr>
            <a:r>
              <a:t>分享者：王執定（Rich） ｜ 45天減重 5.7kg・腰圍 -8cm・身體年齡 -6歲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ntent_clean_20261029_004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一 幕・平凡世界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朝五晚九的日常：不知不覺走上的「咖啡滑坡」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剛退伍能拚到半夜，如今喝三杯咖啡還爬不起來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19872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000">
                <a:solidFill>
                  <a:srgbClr val="059669"/>
                </a:solidFill>
              </a:defRPr>
            </a:pPr>
            <a:r>
              <a:t>01. 朝五晚九的節奏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創立 BNI 長輝分會、輔導金佑分會</a:t>
            </a:r>
            <a:br/>
            <a:r>
              <a:t>• 清晨 5 點早起開會，白天整理財經資料</a:t>
            </a:r>
            <a:br/>
            <a:r>
              <a:t>• 下午拜訪客戶諮詢、演講</a:t>
            </a:r>
            <a:br/>
            <a:r>
              <a:t>• 晚上應酬飯局，天天忙到 9 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000">
                <a:solidFill>
                  <a:srgbClr val="D97706"/>
                </a:solidFill>
              </a:defRPr>
            </a:pPr>
            <a:r>
              <a:t>02. 體力的殘酷滑坡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退伍時：拚到半夜 12 點，隔天 8 點準時開會</a:t>
            </a:r>
            <a:br/>
            <a:r>
              <a:t>• 30 歲：早上需要 1 杯咖啡提神</a:t>
            </a:r>
            <a:br/>
            <a:r>
              <a:t>• 40 歲：喝到 3 杯咖啡還不夠</a:t>
            </a:r>
            <a:br/>
            <a:r>
              <a:t>• 甚至睡過頭、早上爬不起來！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000">
                <a:solidFill>
                  <a:srgbClr val="64748B"/>
                </a:solidFill>
              </a:defRPr>
            </a:pPr>
            <a:r>
              <a:t>03. 鐵齒第一心態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聽見名人過勞猝死新聞...</a:t>
            </a:r>
            <a:br/>
            <a:r>
              <a:t>• 心想：『不用休息啦！』</a:t>
            </a:r>
            <a:br/>
            <a:r>
              <a:t>• 『我身體好、我家基因那麼健康』</a:t>
            </a:r>
            <a:br/>
            <a:r>
              <a:t>• 『我平常都有做好事、積福報！』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ntent_clean_20261029_004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二 幕・冒險召喚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身體的兩記重擊：痛風發作與血壓飆破 160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當「積福報」擋不住身體求救，才發現盲目 168 是玩命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DC2626"/>
                </a:solidFill>
              </a:defRPr>
            </a:pPr>
            <a:r>
              <a:t>⚡ 警告一：痛風半夜突襲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警訊爆發：睡覺半夜膝蓋突然劇痛，痛到發瘋！</a:t>
            </a:r>
            <a:br/>
            <a:br/>
            <a:r>
              <a:t>• 答案揭曉：『痛風』！</a:t>
            </a:r>
            <a:br/>
            <a:br/>
            <a:r>
              <a:t>• 內心震撼與鐵齒：</a:t>
            </a:r>
            <a:br/>
            <a:r>
              <a:t>  『不可能！我那麼健康，我家的基因那麼好，我平常都有做好事、積福報，我怎麼可能有痛風？！』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D97706"/>
                </a:solidFill>
              </a:defRPr>
            </a:pPr>
            <a:r>
              <a:t>⚡ 警告二：盲目 168 送急診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腰圍變寬想燃脂：早餐不吃，猛灌黑咖啡！</a:t>
            </a:r>
            <a:br/>
            <a:br/>
            <a:r>
              <a:t>• 慘劇發生：頭暈目眩、心悸、全身提不上力！</a:t>
            </a:r>
            <a:br/>
            <a:br/>
            <a:r>
              <a:t>• 送醫一量：血壓直接飆破 160！</a:t>
            </a:r>
            <a:br/>
            <a:br/>
            <a:r>
              <a:t>• 依然鐵齒：</a:t>
            </a:r>
            <a:br/>
            <a:r>
              <a:t>  『不用健管啦！我身體好、基因好、有積福報，多喝水運動就好了啦！』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ntent_clean_20261029_004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三 幕・跨越門檻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簽下 45 天承諾契約：告別舒適圈，這一次不留退路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跨越門檻最難的不是拒絕美食，而是下定決心「不找藉口」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2400">
                <a:solidFill>
                  <a:srgbClr val="059669"/>
                </a:solidFill>
              </a:defRPr>
            </a:pPr>
            <a:r>
              <a:t>踏出舒適圈的三大「斷捨離」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1. 清空廚房與冰箱：把加工甜食、含糖飲料、宵夜零嘴通通送走，不給自己動搖的機會。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2. 簽訂承諾契約：訂下目標體重 65.27kg（-3.44kg）、體脂率 -20%，在教練面前正式宣誓立約。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3. 建立全新紀律：每天喝足 3000cc 以上好水、落實優質蛋白日與纖體日，準時記錄上傳餐盤。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ntent_clean_20261029_004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四 幕・試煉與盟友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一個人走得快，兩個人走得遠：盟友與教練的力量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在嚴格的試煉中，是同儕的信任與專業導航讓我們堅持向前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059669"/>
                </a:solidFill>
              </a:defRPr>
            </a:pPr>
            <a:r>
              <a:t>👥 最強革命戰友：Carolyn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廚房裡的默契：一起採買、秤重、準備 211 纖體餐盤與蛋白日餐點。</a:t>
            </a:r>
            <a:br/>
            <a:br/>
            <a:r>
              <a:t>• 互相踢館與激勵：當一個人想偷懶放鬆時，另一個人就是最嚴格的糾察隊。</a:t>
            </a:r>
            <a:br/>
            <a:br/>
            <a:r>
              <a:t>• 雙人共好成果：45 天下來，Carolyn 純脂肪減掉 1.6 kg（佔減重 76%），肌率逆勢上升！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D97706"/>
                </a:solidFill>
              </a:defRPr>
            </a:pPr>
            <a:r>
              <a:t>🧭 智慧導航者：麥淑媛教練與沛璇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科學方法導入：打破『少吃就會瘦』的迷思，教我們『吃對順序、吃足營養』。</a:t>
            </a:r>
            <a:br/>
            <a:br/>
            <a:r>
              <a:t>• 即時盤查與診斷：每一餐拍照回報，教練一眼看出油脂超標或水分不足。</a:t>
            </a:r>
            <a:br/>
            <a:br/>
            <a:r>
              <a:t>• 心靈定海神針：在情緒波動與身體適應期，給予最強大的心理支持。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risis_breakthrough_20261029_004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五 幕・最大危機（一）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深淵試煉：爬 5 樓雙腿發軟，我是不是把肌肉減掉了？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體重神速下降的背後，迎來了對體能與心理的最大衝擊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400">
                <a:solidFill>
                  <a:srgbClr val="DC2626"/>
                </a:solidFill>
              </a:defRPr>
            </a:pPr>
            <a:r>
              <a:t>第 3 週的撞牆期：雙腿發軟的恐慌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體重大幅減輕的驚喜：第 3 週體重已經降到 63.6 kg（提前超越目標，達標率 148%）！</a:t>
            </a:r>
          </a:p>
          <a:p>
            <a:pPr>
              <a:spcAft>
                <a:spcPts val="1400"/>
              </a:spcAft>
              <a:defRPr sz="1700">
                <a:solidFill>
                  <a:srgbClr val="DC2626"/>
                </a:solidFill>
              </a:defRPr>
            </a:pPr>
            <a:r>
              <a:t>• 意想不到的體能危機：有一天爬 5 樓時，突然感到雙腿沉重、肌耐力嚴重不足，心跳劇烈狂跳。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內心的懷疑與心魔：『我是不是減太快了？我是不是把寶貴的肌肉給減掉了？這樣真的健康嗎？』</a:t>
            </a:r>
          </a:p>
          <a:p>
            <a:pPr>
              <a:defRPr sz="1700">
                <a:solidFill>
                  <a:srgbClr val="059669"/>
                </a:solidFill>
              </a:defRPr>
            </a:pPr>
            <a:r>
              <a:t>• 教練的科學破解：這是身體燃脂途徑轉換與醣原排空後的正常適應期！立即補足電解質、優化蛋白質補充，危機迎刃而解。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risis_breakthrough_20261029_004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五 幕・最大危機（二）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自律極限：素食齋戒週，在無肉少油中的終極拔河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當習慣的蛋白質來源全部歸零，靠什麼撐過這場身心風暴？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b="1" sz="2400">
                <a:solidFill>
                  <a:srgbClr val="DC2626"/>
                </a:solidFill>
              </a:defRPr>
            </a:pPr>
            <a:r>
              <a:t>意志力的終極考驗：素食齋戒挑戰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蛋白質攝取的巨大斷層：平時習慣吃雞胸肉、魚肉、牛肉，進入齋戒週後所有肉類葷食全部歸零！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外食地雷處處驚心：市售素食往往重油、勾芡、加工素料充斥，要找到無油、純淨的植物蛋白難如登天。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飢餓感與自律拔河：面對社交場合與撲鼻的美食香氣，必須依靠純植物性蛋白質補充與極致自律。</a:t>
            </a:r>
          </a:p>
          <a:p>
            <a:pPr>
              <a:defRPr sz="1700">
                <a:solidFill>
                  <a:srgbClr val="059669"/>
                </a:solidFill>
              </a:defRPr>
            </a:pPr>
            <a:r>
              <a:t>• 頓悟與轉化：這不是『剝奪』，而是一次給腸胃道最極致的深層大掃除與排毒淨化！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ntent_clean_20261029_004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六 幕・蛻變與寶物（數據篇）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45 天真實成績單：數字不會說謊，身體給了最誠實的回饋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體態脫胎換骨，逆勢增肌減脂！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4748B"/>
                </a:solidFill>
              </a:defRPr>
            </a:pPr>
            <a:r>
              <a:t>體重變化</a:t>
            </a:r>
          </a:p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</a:defRPr>
            </a:pPr>
            <a:r>
              <a:t>68.7 ➔ 63.0</a:t>
            </a:r>
          </a:p>
          <a:p>
            <a:pPr>
              <a:spcAft>
                <a:spcPts val="1000"/>
              </a:spcAft>
              <a:defRPr sz="2400" b="1">
                <a:solidFill>
                  <a:srgbClr val="059669"/>
                </a:solidFill>
              </a:defRPr>
            </a:pPr>
            <a:r>
              <a:t>累減 5.7 kg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達標率 165.7%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1168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4748B"/>
                </a:solidFill>
              </a:defRPr>
            </a:pPr>
            <a:r>
              <a:t>腰圍尺寸</a:t>
            </a:r>
          </a:p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</a:defRPr>
            </a:pPr>
            <a:r>
              <a:t>90 ➔ 82 cm</a:t>
            </a:r>
          </a:p>
          <a:p>
            <a:pPr>
              <a:spcAft>
                <a:spcPts val="1000"/>
              </a:spcAft>
              <a:defRPr sz="2400" b="1">
                <a:solidFill>
                  <a:srgbClr val="059669"/>
                </a:solidFill>
              </a:defRPr>
            </a:pPr>
            <a:r>
              <a:t>狂瘦 8 公分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皮帶多退 3 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4748B"/>
                </a:solidFill>
              </a:defRPr>
            </a:pPr>
            <a:r>
              <a:t>身體年齡</a:t>
            </a:r>
          </a:p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</a:defRPr>
            </a:pPr>
            <a:r>
              <a:t>48 ➔ 42 歲</a:t>
            </a:r>
          </a:p>
          <a:p>
            <a:pPr>
              <a:spcAft>
                <a:spcPts val="1000"/>
              </a:spcAft>
              <a:defRPr sz="2400" b="1">
                <a:solidFill>
                  <a:srgbClr val="D97706"/>
                </a:solidFill>
              </a:defRPr>
            </a:pPr>
            <a:r>
              <a:t>年輕 6 歲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逆齡生長！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01168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64748B"/>
                </a:solidFill>
              </a:defRPr>
            </a:pPr>
            <a:r>
              <a:t>骨骼肌率</a:t>
            </a:r>
          </a:p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</a:defRPr>
            </a:pPr>
            <a:r>
              <a:t>31.1% ➔ 31.7%</a:t>
            </a:r>
          </a:p>
          <a:p>
            <a:pPr>
              <a:spcAft>
                <a:spcPts val="1000"/>
              </a:spcAft>
              <a:defRPr sz="2400" b="1">
                <a:solidFill>
                  <a:srgbClr val="059669"/>
                </a:solidFill>
              </a:defRPr>
            </a:pPr>
            <a:r>
              <a:t>逆勢上升 +0.6%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減脂不減肌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ntent_clean_20261029_004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六 幕・蛻變與寶物（心態篇）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比體重機數字更珍貴的，是「感官與精力的重生」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這不只是外表的改變，而是內在生命力的全面升級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19872" y="201168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59669"/>
                </a:solidFill>
              </a:defRPr>
            </a:pPr>
            <a:r>
              <a:t>👅 味蕾的重新覺醒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戒斷加工糖與重鹹後，味蕾變得極度敏銳。</a:t>
            </a:r>
            <a:br/>
            <a:r>
              <a:t>• 重新品嚐出一碗清蒸高麗菜的鮮甜。</a:t>
            </a:r>
            <a:br/>
            <a:r>
              <a:t>• 不再被化學調味料綁架，真正享受食物的原貌。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D97706"/>
                </a:solidFill>
              </a:defRPr>
            </a:pPr>
            <a:r>
              <a:t>⚡ 下午精力滿格不宕機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下午兩點開會不再陷入昏睡絕境。</a:t>
            </a:r>
            <a:br/>
            <a:r>
              <a:t>• 告別咖啡續命，專注力與工作效率倍增。</a:t>
            </a:r>
            <a:br/>
            <a:r>
              <a:t>• 晚上睡眠品質大幅提升，起床神清氣爽。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28600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59669"/>
                </a:solidFill>
              </a:defRPr>
            </a:pPr>
            <a:r>
              <a:t>👑 拿回人生主控權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• 從『被慾望控制』轉變成『主動選擇健康』。</a:t>
            </a:r>
            <a:br/>
            <a:r>
              <a:t>• 明白自己吃下肚的每一口食物會帶來什麼影響。</a:t>
            </a:r>
            <a:br/>
            <a:r>
              <a:t>• 建立終身可持續的飲食與生活新常態。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ntent_clean_20261029_004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HERO'S JOURNEY ｜ 第 七 幕・帶著禮物歸來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JhengHei"/>
              </a:defRPr>
            </a:pPr>
            <a:r>
              <a:t>把禮物送給現場的你：明天就能啟動的健康行動</a:t>
            </a:r>
          </a:p>
          <a:p>
            <a:pPr>
              <a:defRPr sz="1400">
                <a:solidFill>
                  <a:srgbClr val="64748B"/>
                </a:solidFill>
                <a:latin typeface="Microsoft JhengHei"/>
              </a:defRPr>
            </a:pPr>
            <a:r>
              <a:t>你不需要很厲害才開始，但你需要開始才會變得很厲害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059669"/>
                </a:solidFill>
              </a:defRPr>
            </a:pPr>
            <a:r>
              <a:t>🌱 給還沒接觸過健管的朋友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明天起床，請立刻試試這兩個「微行動」：</a:t>
            </a:r>
            <a:br/>
            <a:br/>
            <a:r>
              <a:t>1. 【喝足體重×40cc 的好水】：</a:t>
            </a:r>
            <a:br/>
            <a:r>
              <a:t>   60公斤喝 2400cc，水是代謝脂肪最好的燃燒劑！</a:t>
            </a:r>
            <a:br/>
            <a:br/>
            <a:r>
              <a:t>2. 【改變進食順序：水➔肉➔菜➔飯】：</a:t>
            </a:r>
            <a:br/>
            <a:r>
              <a:t>   先吃蛋白質與蔬菜增加飽足感，血糖不震盪，下午就不昏睡！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2200">
                <a:solidFill>
                  <a:srgbClr val="D97706"/>
                </a:solidFill>
              </a:defRPr>
            </a:pPr>
            <a:r>
              <a:t>🔥 給同行學員與教練團隊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結案不是終點，而是新起點：</a:t>
            </a:r>
            <a:br/>
            <a:br/>
            <a:r>
              <a:t>1. 【維持期才是真功夫】：</a:t>
            </a:r>
            <a:br/>
            <a:r>
              <a:t>   健管 45 不是短暫的節食減肥，而是一輩子可長可久的健康生活哲學。</a:t>
            </a:r>
            <a:br/>
            <a:br/>
            <a:r>
              <a:t>2. 【成為別人的燈塔】：</a:t>
            </a:r>
            <a:br/>
            <a:r>
              <a:t>   用我們身上看得到的改變與光彩，去影響身邊深愛的家人與朋友！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lite_cover_sunrise_20261029_004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188720"/>
            <a:ext cx="10728655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59669"/>
                </a:solidFill>
                <a:latin typeface="Microsoft JhengHei"/>
              </a:defRPr>
            </a:pPr>
            <a:r>
              <a:t>48 歲，我的人生下半場才剛開始！</a:t>
            </a:r>
          </a:p>
          <a:p>
            <a:pPr>
              <a:spcAft>
                <a:spcPts val="1800"/>
              </a:spcAft>
              <a:defRPr sz="3200" b="1">
                <a:solidFill>
                  <a:srgbClr val="D97706"/>
                </a:solidFill>
                <a:latin typeface="Microsoft JhengHei"/>
              </a:defRPr>
            </a:pPr>
            <a:r>
              <a:t>「什麼事情都可以放下，唯獨不能放下筷子；</a:t>
            </a:r>
            <a:br/>
            <a:r>
              <a:t> 什麼事情都可以失去，唯獨不能失去健康。」</a:t>
            </a:r>
          </a:p>
          <a:p>
            <a:pPr>
              <a:spcAft>
                <a:spcPts val="24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45 天前，我以為我只是在管理體重；45 天後，我發現我贏回了人生的主控權。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Microsoft JhengHei"/>
              </a:defRPr>
            </a:pPr>
            <a:r>
              <a:t>衷心感謝：最佳戰友 Carolyn ｜ 推薦人 江沛璇 ｜ 健管教練 麥淑媛 ｜ 寰宇南京中心全體夥伴</a:t>
            </a:r>
          </a:p>
          <a:p>
            <a:pPr>
              <a:defRPr sz="1800" b="1">
                <a:solidFill>
                  <a:srgbClr val="059669"/>
                </a:solidFill>
                <a:latin typeface="Microsoft JhengHei"/>
              </a:defRPr>
            </a:pPr>
            <a:r>
              <a:t>謝謝大家！祝大家都能找回充滿生命力的自己！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