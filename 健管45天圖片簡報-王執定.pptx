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當然，這段旅程不可能一帆風順。</a:t>
            </a:r>
          </a:p>
          <a:p/>
          <a:p>
            <a:r>
              <a:t>前面兩週，我就有明顯的瘦下來！</a:t>
            </a:r>
          </a:p>
          <a:p>
            <a:r>
              <a:t>體重降了整整 3 公斤，體脂下降 1%，內臟脂肪下降 1 級，骨骼肌率還逆勢提升了 0.3%！</a:t>
            </a:r>
          </a:p>
          <a:p>
            <a:r>
              <a:t>大家聽起來，是不是感覺還滿不錯的？</a:t>
            </a:r>
          </a:p>
          <a:p/>
          <a:p>
            <a:r>
              <a:t>但是，考驗馬上就來了！</a:t>
            </a:r>
          </a:p>
          <a:p>
            <a:r>
              <a:t>接下來我開始發現，我爬樓梯變得非常無力！</a:t>
            </a:r>
          </a:p>
          <a:p>
            <a:r>
              <a:t>以往我可以一口氣輕鬆爬到 8 樓；</a:t>
            </a:r>
          </a:p>
          <a:p>
            <a:r>
              <a:t>慢慢地，爬到 6 樓就開始大喘；</a:t>
            </a:r>
          </a:p>
          <a:p>
            <a:r>
              <a:t>最後，竟然爬到 5 樓就需要停下來大休息！雙腿整個使不上力！</a:t>
            </a:r>
          </a:p>
          <a:p/>
          <a:p>
            <a:r>
              <a:t>那時候我就開始想：是不是我的身體嚴重缺少熱量了？</a:t>
            </a:r>
          </a:p>
          <a:p>
            <a:r>
              <a:t>以往減重大家都在講『熱量赤字』——少吃多動，每天消耗大於攝取就會瘦。</a:t>
            </a:r>
          </a:p>
          <a:p>
            <a:r>
              <a:t>我就想：健管這段期間我的熱量是不是攝取太少了？我真的好累、好不想動！我是不是該停了？！</a:t>
            </a:r>
          </a:p>
          <a:p>
            <a:r>
              <a:t>那幾天，我的內心每天都有成千上萬個小劇場在拉扯……</a:t>
            </a:r>
          </a:p>
          <a:p/>
          <a:p>
            <a:r>
              <a:t>還好！教練看完我的數據，非常冷靜地安撫我：</a:t>
            </a:r>
          </a:p>
          <a:p>
            <a:r>
              <a:t>『Rich，不用擔心！這是身體在調整代謝的正常過渡期。</a:t>
            </a:r>
          </a:p>
          <a:p>
            <a:r>
              <a:t>我們現在不是在單純減重，我們是在為你調整體質！</a:t>
            </a:r>
          </a:p>
          <a:p>
            <a:r>
              <a:t>只要多補充蛋白素和好的水分，身體很快就會度過難關！』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