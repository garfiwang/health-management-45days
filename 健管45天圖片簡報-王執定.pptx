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【開場｜預計 30 秒】</a:t>
            </a:r>
          </a:p>
          <a:p>
            <a:r>
              <a:t>大家好，我是 Rich。</a:t>
            </a:r>
          </a:p>
          <a:p>
            <a:r>
              <a:t>今天要來和大家分享 45 天的蛻變歷程。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_richman_ip_opening_previe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