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【第五幕・深淵試煉｜預計 55 秒】</a:t>
            </a:r>
          </a:p>
          <a:p/>
          <a:p>
            <a:r>
              <a:t>當然，這段旅程不可能一帆風順。</a:t>
            </a:r>
          </a:p>
          <a:p/>
          <a:p>
            <a:r>
              <a:t>前面兩週，我就有明顯的瘦下來！</a:t>
            </a:r>
          </a:p>
          <a:p>
            <a:r>
              <a:t>體重降了整整 3 公斤，體脂下降 1%，內臟脂肪下降 1 級，骨骼肌率還逆勢提升了 0.3%！</a:t>
            </a:r>
          </a:p>
          <a:p>
            <a:r>
              <a:t>大家聽起來，是不是感覺還滿不錯的？</a:t>
            </a:r>
          </a:p>
          <a:p/>
          <a:p>
            <a:r>
              <a:t>但是，考驗馬上就來了！</a:t>
            </a:r>
          </a:p>
          <a:p>
            <a:r>
              <a:t>接下來我開始發現，我爬樓梯變得非常無力！</a:t>
            </a:r>
          </a:p>
          <a:p>
            <a:r>
              <a:t>以往我可以一口氣輕鬆爬到 8 樓；</a:t>
            </a:r>
          </a:p>
          <a:p>
            <a:r>
              <a:t>慢慢地，爬到 6 樓就開始大喘；</a:t>
            </a:r>
          </a:p>
          <a:p>
            <a:r>
              <a:t>最後，竟然爬到 5 樓就需要停下來大休息！雙腿整個使不上力！</a:t>
            </a:r>
          </a:p>
          <a:p/>
          <a:p>
            <a:r>
              <a:t>那時候我就開始想：是不是我的身體嚴重缺少熱量了？</a:t>
            </a:r>
          </a:p>
          <a:p>
            <a:r>
              <a:t>以往減重大家都在講『熱量赤字』——少吃多動，每天消耗大於攝取就會瘦。</a:t>
            </a:r>
          </a:p>
          <a:p>
            <a:r>
              <a:t>我就想：健管這段期間我的熱量是不是攝取太少了？我真的好累、好不想動！我是不是該停了？！</a:t>
            </a:r>
          </a:p>
          <a:p>
            <a:r>
              <a:t>那幾天，我的內心每天都有成千上萬個小劇場在拉扯……</a:t>
            </a:r>
          </a:p>
          <a:p/>
          <a:p>
            <a:r>
              <a:t>還好！教練看完我的數據，非常冷靜地安撫我：</a:t>
            </a:r>
          </a:p>
          <a:p>
            <a:r>
              <a:t>『Rich，不用擔心！這是身體在調整代謝的正常過渡期。</a:t>
            </a:r>
          </a:p>
          <a:p>
            <a:r>
              <a:t>我們現在不是在單純減重，我們是在為你調整體質！</a:t>
            </a:r>
          </a:p>
          <a:p>
            <a:r>
              <a:t>只要多補充蛋白素和好的水分，身體很快就會度過難關！』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【第六幕・自律的考驗｜預計 55 秒】</a:t>
            </a:r>
          </a:p>
          <a:p/>
          <a:p>
            <a:r>
              <a:t>如果說肌耐力是體能的危機，那麼隨之而來的『素食齋戒週』，就是心靈與自律的最高考驗！</a:t>
            </a:r>
          </a:p>
          <a:p/>
          <a:p>
            <a:r>
              <a:t>剛好在健管期間遇到農曆七月，我們參加法會需要提前一週吃素齋戒。</a:t>
            </a:r>
          </a:p>
          <a:p>
            <a:r>
              <a:t>天哪！齋戒那一週，所有肉類葷食必須全部歸零！</a:t>
            </a:r>
          </a:p>
          <a:p/>
          <a:p>
            <a:r>
              <a:t>每到用餐時間，真的就像在走鋼索一樣！大家看右邊這幾張照片，這都是那時候身邊朋友聚餐點的——</a:t>
            </a:r>
          </a:p>
          <a:p>
            <a:r>
              <a:t>滿桌香酥烤雞、炸油條蝦鬆，還有整鍋濃到化不開的老母雞砂鍋濃湯，吃飽了再來一份高糖高脂的熔岩冰淇淋布朗尼！</a:t>
            </a:r>
          </a:p>
          <a:p>
            <a:r>
              <a:t>身邊朋友大口吃雞腿、大碗喝雞湯，而我呢？只能坐在旁邊吃生菜、喝無糖豆漿！</a:t>
            </a:r>
          </a:p>
          <a:p>
            <a:r>
              <a:t>那一整週，只有豆腐、雞蛋和毛豆陪著我，只要一餓，就立刻泡蛋白素來喝！</a:t>
            </a:r>
          </a:p>
          <a:p/>
          <a:p>
            <a:r>
              <a:t>每天我就是和 Carolyn 彼此打氣：『再撐三天！再撐兩天！再撐一天！脂肪就不見了！』</a:t>
            </a:r>
          </a:p>
          <a:p/>
          <a:p>
            <a:r>
              <a:t>終於，七天過去了！奇蹟就在撐過的那一刻發生了——</a:t>
            </a:r>
          </a:p>
          <a:p>
            <a:r>
              <a:t>我的腸道排便變得前所未有的順暢乾淨，整個身體變得無比輕盈，一站起來，我的褲子竟然整個變鬆了！</a:t>
            </a:r>
          </a:p>
          <a:p/>
          <a:p>
            <a:r>
              <a:t>那一刻我深刻領悟到一句話：『自律換來了自由！你有多大的自律，就換來多大的自由！』</a:t>
            </a:r>
          </a:p>
          <a:p>
            <a:r>
              <a:t>自由是什麼？自由就是我的身體徹底找回了年輕，找回了活力，所以我可以再去做更多想做的事！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_stairwell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_temp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