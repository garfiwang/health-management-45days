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【第一幕・平凡世界｜預計 60 秒】</a:t>
            </a:r>
          </a:p>
          <a:p/>
          <a:p>
            <a:r>
              <a:t>別人都是朝九晚五，而我平常的工作是『朝五晚九』。</a:t>
            </a:r>
          </a:p>
          <a:p/>
          <a:p>
            <a:r>
              <a:t>什麼叫做朝五晚九呢？大家有聽過 BNI 商會嗎？應該有聽過吧。BNI 是不是都要很早起床？沒有錯。</a:t>
            </a:r>
          </a:p>
          <a:p/>
          <a:p>
            <a:r>
              <a:t>我有兩個 BNI 商會，一個是我自己創立的長輝分會，另一個是我輔導的金佑分會。所以我平常都很早起來開會，開完會之後要整理財經資料，下午要拜訪客戶或是接受客戶諮詢，有的時候會有演講，晚上也常常會有應酬和飯局。</a:t>
            </a:r>
          </a:p>
          <a:p/>
          <a:p>
            <a:r>
              <a:t>所以，可能 5 點就要起床，一路忙到晚上九點。</a:t>
            </a:r>
          </a:p>
          <a:p/>
          <a:p>
            <a:r>
              <a:t>剛退伍的時候，可以拜訪客戶到晚上 12 點，第二天早上 8 點一樣準時進公司開會。</a:t>
            </a:r>
          </a:p>
          <a:p>
            <a:r>
              <a:t>到了 30 歲以後，早上就會需要喝一杯咖啡來提神。</a:t>
            </a:r>
          </a:p>
          <a:p>
            <a:r>
              <a:t>到了 40 歲以後，喝一杯咖啡可能不夠了，要喝到三杯咖啡，還會睡過頭爬不起來。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16_9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_richman_ordinary_world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