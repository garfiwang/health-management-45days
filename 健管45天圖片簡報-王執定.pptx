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/>
          <a:p>
            <a:r>
              <a:t>各位現場的好朋友、各位夥伴，大家現在好！</a:t>
            </a:r>
          </a:p>
          <a:p>
            <a:r>
              <a:t>我是王執定（Rich）。今天非常榮幸能夠站在這裡，跟大家分享我在過去這 45 天，一段不可思議的身體蛻變旅程：『重啟 48 歲的身體主控權』！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【第一幕・平凡世界｜預計 60 秒】</a:t>
            </a:r>
          </a:p>
          <a:p/>
          <a:p>
            <a:r>
              <a:t>別人都是朝九晚五，而我平常的工作是『朝五晚九』。</a:t>
            </a:r>
          </a:p>
          <a:p/>
          <a:p>
            <a:r>
              <a:t>什麼叫做朝五晚九呢？大家有聽過 BNI 商會嗎？應該有聽過吧。BNI 是不是都要很早起床？沒有錯。</a:t>
            </a:r>
          </a:p>
          <a:p/>
          <a:p>
            <a:r>
              <a:t>我有兩個 BNI 商會，一個是我自己創立的長輝分會，另一個是我輔導的金佑分會。所以我平常都很早起來開會，開完會之後要整理財經資料，下午要拜訪客戶或是接受客戶諮詢，有的時候會有演講，晚上也常常會有應酬和飯局。</a:t>
            </a:r>
          </a:p>
          <a:p/>
          <a:p>
            <a:r>
              <a:t>所以，可能 5 點就要起床，一路忙到晚上九點。</a:t>
            </a:r>
          </a:p>
          <a:p/>
          <a:p>
            <a:r>
              <a:t>剛退伍的時候，可以拜訪客戶到晚上 12 點，第二天早上 8 點一樣準時進公司開會。</a:t>
            </a:r>
          </a:p>
          <a:p>
            <a:r>
              <a:t>到了 30 歲以後，早上就會需要喝一杯咖啡來提神。</a:t>
            </a:r>
          </a:p>
          <a:p>
            <a:r>
              <a:t>到了 40 歲以後，喝一杯咖啡可能不夠了，要喝到三杯咖啡，還會睡過頭爬不起來。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【第一幕轉折・新聞震撼｜預計 40 秒】</a:t>
            </a:r>
          </a:p>
          <a:p/>
          <a:p>
            <a:r>
              <a:t>這時候你就會常常聽到新聞報導很多名人突然猝死。</a:t>
            </a:r>
          </a:p>
          <a:p/>
          <a:p>
            <a:r>
              <a:t>一個是台灣最大文創旅店承億文旅創辦人戴俊郎，享年才 54 歲！他是大家公認的拼命三郎，心血管疾病吃了好幾年的藥，結果在母親節前夕，突發多發性腦溢血，走了。</a:t>
            </a:r>
          </a:p>
          <a:p/>
          <a:p>
            <a:r>
              <a:t>另一個更令人震撼：福華飯店第三代廖國宏，才 55 歲！他長期茹素、不抽菸、不喝酒，每天規律健走、打網球，極度自律養生。結果剛下飛機突然抽搐送醫，腦血栓併發腦幹出血，無法開刀，搶救十幾天還是不幸離世。</a:t>
            </a:r>
          </a:p>
          <a:p/>
          <a:p>
            <a:r>
              <a:t>猝死從來不挑人！身體直接停機登出！</a:t>
            </a:r>
          </a:p>
          <a:p/>
          <a:p>
            <a:r>
              <a:t>聽到了這些新聞，會不會讓你覺得：『我應該要休息一下？我應該要來做做健管？』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【第二幕・冒險召喚｜預計 60 秒】</a:t>
            </a:r>
          </a:p>
          <a:p/>
          <a:p>
            <a:r>
              <a:t>不會～～因為我覺得我的身體很好呀！我家的基因很健康，我平常都有做好事、累積福報，所以我不會像他們這些人一樣！</a:t>
            </a:r>
          </a:p>
          <a:p/>
          <a:p>
            <a:r>
              <a:t>後來我的身體給我了一個警告：晚上睡覺半夜，膝蓋突然劇烈痛了起來。</a:t>
            </a:r>
          </a:p>
          <a:p>
            <a:r>
              <a:t>那種痛，會讓你痛到發瘋！請問大家，你覺得是什麼毛病？</a:t>
            </a:r>
          </a:p>
          <a:p>
            <a:r>
              <a:t>（等待台下回答：痛風！）</a:t>
            </a:r>
          </a:p>
          <a:p>
            <a:r>
              <a:t>痛風？！不可能！我那麼健康，我家的基因那麼好，我平常都有做好事、積福報，我怎麼可能有痛風？！</a:t>
            </a:r>
          </a:p>
          <a:p/>
          <a:p>
            <a:r>
              <a:t>後來我的身體，再給了我第二個警告。</a:t>
            </a:r>
          </a:p>
          <a:p>
            <a:r>
              <a:t>因為我的腰圍越來越寬廣，我就想說應該要來執行 168 斷食，所以我不吃早餐，早上只喝黑咖啡，想說這樣可以燃燒脂肪。</a:t>
            </a:r>
          </a:p>
          <a:p>
            <a:r>
              <a:t>結果有一天早上，突然頭暈目眩、心跳加速，血壓飆到 160 心跳加速差點昏倒，整個身體完全提不上力，趕快去醫院檢查！</a:t>
            </a:r>
          </a:p>
          <a:p/>
          <a:p>
            <a:r>
              <a:t>到了這個時候，你覺得是不是應該要讓身體休息一下，要來做做健管，重新讓身體修復了？</a:t>
            </a:r>
          </a:p>
          <a:p>
            <a:r>
              <a:t>不用啦～～我那麼健康，我家的基因那麼好，我平常都有做好事、積福報，我多喝水，多上健身房運動就可以了啦！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【第三幕・跨越門檻｜預計 55 秒】</a:t>
            </a:r>
          </a:p>
          <a:p/>
          <a:p>
            <a:r>
              <a:t>所以像我這樣鐵齒的人，通常最適合用哪一句成語來形容？</a:t>
            </a:r>
          </a:p>
          <a:p>
            <a:r>
              <a:t>『不見棺材不掉淚』！</a:t>
            </a:r>
          </a:p>
          <a:p/>
          <a:p>
            <a:r>
              <a:t>到底是因為什麼事情發生，我才終於肯啟動健管呢？</a:t>
            </a:r>
          </a:p>
          <a:p>
            <a:r>
              <a:t>關鍵在——城隍爺！對，你沒聽錯，就是掌管地府的城隍爺！</a:t>
            </a:r>
          </a:p>
          <a:p/>
          <a:p>
            <a:r>
              <a:t>原來是這樣，我每年都會去城隍爺前面『批流年』。</a:t>
            </a:r>
          </a:p>
          <a:p>
            <a:r>
              <a:t>以往城隍爺給我的提醒都是：『小心開車』、『早點睡覺』。</a:t>
            </a:r>
          </a:p>
          <a:p>
            <a:r>
              <a:t>但是今年他給我的提醒，竟然是：『小心頭部的疾病』！</a:t>
            </a:r>
          </a:p>
          <a:p/>
          <a:p>
            <a:r>
              <a:t>請問大家，你如果聽到掌管地府的神明這樣跟你講，你會不會覺得很恐怖？（～會吧～）</a:t>
            </a:r>
          </a:p>
          <a:p>
            <a:r>
              <a:t>那我就再追問城隍爺：『請問是什麼頭部疾病呀？』</a:t>
            </a:r>
          </a:p>
          <a:p>
            <a:r>
              <a:t>結果祂就——搖、搖、頭……（學神明搖頭動作）</a:t>
            </a:r>
          </a:p>
          <a:p/>
          <a:p>
            <a:r>
              <a:t>我看祂一搖頭，我就自己瘋狂腦補：『天哪！小心頭部疾病，神明還搖頭！該不會是中風？腦出血？腦溢血？該不會像廖國宏那樣腦血管栓塞頭部整個爆炸吧？！』</a:t>
            </a:r>
          </a:p>
          <a:p>
            <a:r>
              <a:t>這時候我真的被嚇到了！我心想這下真的不能再鐵齒了，隔天一早，我立刻火速打電話給沛璇老師，跟她說：『沛璇老師，拜託快幫我排健管！我下週立刻要開始！』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【第四幕・試煉與盟友｜預計 55 秒】</a:t>
            </a:r>
          </a:p>
          <a:p/>
          <a:p>
            <a:r>
              <a:t>有句話這麼說：『一個人走得快，一群人走得遠。』</a:t>
            </a:r>
          </a:p>
          <a:p/>
          <a:p>
            <a:r>
              <a:t>我要謝謝我的另一半神隊友——雅雯。謝謝妳每天幫我準備健管餐！（大家知道嗎？我老婆也跟著我一起做健管，她這次也減掉了整整 1.6 公斤的純脂肪，而且肌肉量還逆勢上升喔！）</a:t>
            </a:r>
          </a:p>
          <a:p/>
          <a:p>
            <a:r>
              <a:t>同時，我更要謝謝沛璇老師和淑媛教練。在整個健管期間，她們一直在身邊提醒我、教我正確的飲食方式。</a:t>
            </a:r>
          </a:p>
          <a:p>
            <a:r>
              <a:t>徹底打破了我過去『少吃就會瘦』的錯誤迷思，教我們『吃對順序、補足營養』。</a:t>
            </a:r>
          </a:p>
          <a:p/>
          <a:p>
            <a:r>
              <a:t>原來，當身體的營養真正補足了，那麼減重就是自然而然發生的事！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【第五幕・深淵試煉｜預計 55 秒】</a:t>
            </a:r>
          </a:p>
          <a:p/>
          <a:p>
            <a:r>
              <a:t>當然這段旅程不可能一帆風順。</a:t>
            </a:r>
          </a:p>
          <a:p/>
          <a:p>
            <a:r>
              <a:t>前面兩週我就有明顯的瘦下來，體重降了 3 公斤，體脂下降 1%，內臟脂肪下降 1，骨骼肌率還提升了 0.3%。是不是感覺還不錯！</a:t>
            </a:r>
          </a:p>
          <a:p/>
          <a:p>
            <a:r>
              <a:t>但是接下來我開始發現我爬樓梯開始無力，以往我可以一口氣爬到 8 樓，慢慢地，到 6 樓就會喘，接下來爬到 5 樓就需要大休息！</a:t>
            </a:r>
          </a:p>
          <a:p/>
          <a:p>
            <a:r>
              <a:t>我就想說是不是我的身體缺少熱量了？</a:t>
            </a:r>
          </a:p>
          <a:p>
            <a:r>
              <a:t>以往我在減重的期間，都會談到熱量赤字，就是吃的比較少動的比較多，那麼身體每天都缺少熱量就會瘦下來。</a:t>
            </a:r>
          </a:p>
          <a:p>
            <a:r>
              <a:t>那我就想健管這段期間我的熱量真的攝取太少了，我真的好累，不想動！我是不是該停了？！我的內心就會不斷地有小劇場展開……</a:t>
            </a:r>
          </a:p>
          <a:p/>
          <a:p>
            <a:r>
              <a:t>還好，教練看完我的數據，冷靜地安撫我：</a:t>
            </a:r>
          </a:p>
          <a:p>
            <a:r>
              <a:t>『不用擔心，這是身體在代謝的正常過渡期。我們不是在減重，我們是在調整體質，只要多補充蛋白素和好的水分，就沒事了！』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【第六幕・自律的考驗｜預計 55 秒】</a:t>
            </a:r>
          </a:p>
          <a:p/>
          <a:p>
            <a:r>
              <a:t>如果肌耐力是體能的危機，那隨之而來的『素食齋戒週』，就是心靈與自律的最高考驗。</a:t>
            </a:r>
          </a:p>
          <a:p/>
          <a:p>
            <a:r>
              <a:t>剛好在健管的期間遇到農曆的七月，我們參加法會就需要提前一週素食齋戒。</a:t>
            </a:r>
          </a:p>
          <a:p>
            <a:r>
              <a:t>天哪！齋戒那一週，所有肉類葷食必須全部歸零！</a:t>
            </a:r>
          </a:p>
          <a:p/>
          <a:p>
            <a:r>
              <a:t>每到用餐時間就像走鋼索，身邊朋友吃雞腿，喝雞湯。我只能吃生菜喝豆漿。</a:t>
            </a:r>
          </a:p>
          <a:p>
            <a:r>
              <a:t>大家看右邊這三張照片，這都是身邊朋友吃的大餐——滿桌炸油條蝦鬆與烤雞、砂鍋老母雞濃湯、熔岩冰淇淋布朗尼！這些全是健管期間要嚴格忌口的大地雷！</a:t>
            </a:r>
          </a:p>
          <a:p>
            <a:r>
              <a:t>那一週只有豆腐、雞蛋和毛豆陪著我，平常只要一餓就喝蛋白素。</a:t>
            </a:r>
          </a:p>
          <a:p>
            <a:r>
              <a:t>每天就是和 Carolyn 彼此打氣：『再撐三天！再撐二天！再撐一天！脂肪不見了！』</a:t>
            </a:r>
          </a:p>
          <a:p/>
          <a:p>
            <a:r>
              <a:t>終於 7 天過去了，奇蹟就在撐過的那一刻發生了——</a:t>
            </a:r>
          </a:p>
          <a:p>
            <a:r>
              <a:t>我的腸道排便變得前所未有的順暢乾淨，整個身體變得好輕盈，我的褲子怎麼變鬆了？！</a:t>
            </a:r>
          </a:p>
          <a:p>
            <a:r>
              <a:t>我領悟到：自律換來了自由，你有多大的自律，就換來多大的自由。自由是什麼？自由就是我的身體找回了年輕，所以我可以再做好多事！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【第七幕・終極成績單｜預計 55 秒】</a:t>
            </a:r>
          </a:p>
          <a:p/>
          <a:p>
            <a:r>
              <a:t>最後，讓大家看一下我的成績單！</a:t>
            </a:r>
          </a:p>
          <a:p/>
          <a:p>
            <a:r>
              <a:t>體重：從 68.7 公斤降到 63.0 公斤，整整減掉 5.7 公斤，達成當初目標的 165.7%！</a:t>
            </a:r>
          </a:p>
          <a:p>
            <a:r>
              <a:t>腰圍：從緊繃的 90 公分縮小到 82 公分，整整少了 8 公分！現在穿褲子皮帶必須多退三格！</a:t>
            </a:r>
          </a:p>
          <a:p>
            <a:r>
              <a:t>身體年齡：從 48 歲逆生長到 42 歲，年輕了 6 歲！</a:t>
            </a:r>
          </a:p>
          <a:p>
            <a:r>
              <a:t>內臟脂肪降了 2 級，血壓從 140/100 回復到完美的 120/80！</a:t>
            </a:r>
          </a:p>
          <a:p/>
          <a:p>
            <a:r>
              <a:t>更重要的是最後這項數據：</a:t>
            </a:r>
          </a:p>
          <a:p>
            <a:r>
              <a:t>我的骨骼肌率從 31.1% 逆勢增加到 31.7%！</a:t>
            </a:r>
          </a:p>
          <a:p>
            <a:r>
              <a:t>這證明了只要方法科學，我們減掉的全是多餘的油與水，原本擔心的肌耐力危機，最後變成更精實強壯的肌肉！</a:t>
            </a:r>
          </a:p>
          <a:p>
            <a:r>
              <a:t>我們不僅找回了身材，更奪回了健康與人生的主控權！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【第八幕・微行動地圖｜預計 55 秒】</a:t>
            </a:r>
          </a:p>
          <a:p/>
          <a:p>
            <a:r>
              <a:t>今天在現場的好朋友，可能有一半的人從來沒有做過健管，甚至會覺得：『健管是不是很麻煩、很困難？』</a:t>
            </a:r>
          </a:p>
          <a:p>
            <a:r>
              <a:t>所以我今天特別想送給大家，明天早上起床馬上就可以執行的兩個『微行動』：</a:t>
            </a:r>
          </a:p>
          <a:p/>
          <a:p>
            <a:r>
              <a:t>第一個微行動：【把水喝足】！</a:t>
            </a:r>
          </a:p>
          <a:p>
            <a:r>
              <a:t>每天喝足「體重 × 40cc」好水。</a:t>
            </a:r>
          </a:p>
          <a:p>
            <a:r>
              <a:t>水是燃脂最便宜也最強大的燃料！只要把水喝足了，全身的代謝大循環立刻啟動！</a:t>
            </a:r>
          </a:p>
          <a:p/>
          <a:p>
            <a:r>
              <a:t>第二個微行動：【順序吃對】！</a:t>
            </a:r>
          </a:p>
          <a:p>
            <a:r>
              <a:t>吃飯的時候，順序非常關鍵：先喝水 → 先吃肉 → 再吃菜 → 最後碰澱粉！</a:t>
            </a:r>
          </a:p>
          <a:p>
            <a:r>
              <a:t>只要把順序稍微調整一下，穩定胰島素不飆升，下午大腦精神滿格、再也不昏睡當機！</a:t>
            </a:r>
          </a:p>
          <a:p/>
          <a:p>
            <a:r>
              <a:t>這兩個微行動，完全不用挨餓，更不用辛苦算卡路里！明天開始，大家一起試試看！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【第十幕・大謝幕｜預計 45 秒】</a:t>
            </a:r>
          </a:p>
          <a:p/>
          <a:p>
            <a:r>
              <a:t>今天我想送給大家一句話：</a:t>
            </a:r>
          </a:p>
          <a:p/>
          <a:p>
            <a:r>
              <a:t>不要等到身體發出警報，才開始管理自己的健康。</a:t>
            </a:r>
          </a:p>
          <a:p/>
          <a:p>
            <a:r>
              <a:t>如果你也跟我一樣，工作很忙、年紀漸長，開始覺得體力不如從前，我想邀請你做一件事：</a:t>
            </a:r>
          </a:p>
          <a:p/>
          <a:p>
            <a:r>
              <a:t>先了解自己的身體，再決定如何改變。</a:t>
            </a:r>
          </a:p>
          <a:p/>
          <a:p>
            <a:r>
              <a:t>不一定要立刻減重，也不一定要馬上參加 45 天健管。</a:t>
            </a:r>
          </a:p>
          <a:p/>
          <a:p>
            <a:r>
              <a:t>但至少，從今天開始，不要再忽略身體給你的訊號。</a:t>
            </a:r>
          </a:p>
          <a:p/>
          <a:p>
            <a:r>
              <a:t>衷心感謝我的最佳戰友 Carolyn、我的推薦人沛璇、麥淑媛教練，以及寰宇南京中心所有夥伴的陪伴與鼓勵。</a:t>
            </a:r>
          </a:p>
          <a:p>
            <a:r>
              <a:t>謝謝大家，祝各位 Live Better ! Better Life！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openai_16_9_rend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celebrity_sudden_death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_richman_crisi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_threshol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_allie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_stairwell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_temptation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_rich_repor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_office_toast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_grand_finale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