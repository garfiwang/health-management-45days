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>
            <a:r>
              <a:t>大家好，我是 Rich。</a:t>
            </a:r>
          </a:p>
          <a:p>
            <a:r>
              <a:t>今天要來和大家分享 45 天的蛻變歷程。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hero_opening_sunrise_20261029_0139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1097280"/>
            <a:ext cx="6217920" cy="4663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554480"/>
            <a:ext cx="109728" cy="3749039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5303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HERO'S JOURNEY ｜ 健管 45 天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  <a:latin typeface="Microsoft JhengHei"/>
              </a:defRPr>
            </a:pPr>
            <a:r>
              <a:t>45 天的</a:t>
            </a:r>
            <a:br/>
            <a:r>
              <a:t>蛻變歷程</a:t>
            </a:r>
          </a:p>
          <a:p>
            <a:pPr>
              <a:spcAft>
                <a:spcPts val="2000"/>
              </a:spcAft>
              <a:defRPr sz="2200" b="1">
                <a:solidFill>
                  <a:srgbClr val="F59E0B"/>
                </a:solidFill>
                <a:latin typeface="Microsoft JhengHei"/>
              </a:defRPr>
            </a:pPr>
            <a:r>
              <a:t>重啟 48 歲的身體主控權</a:t>
            </a:r>
          </a:p>
          <a:p>
            <a:pPr>
              <a:defRPr sz="1600">
                <a:solidFill>
                  <a:srgbClr val="CBD5E1"/>
                </a:solidFill>
                <a:latin typeface="Microsoft JhengHei"/>
              </a:defRPr>
            </a:pPr>
            <a:r>
              <a:t>分享者：王執定（Rich）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