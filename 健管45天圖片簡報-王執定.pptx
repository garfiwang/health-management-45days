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ip_16_9_perf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