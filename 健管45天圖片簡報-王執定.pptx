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/>
          <a:p>
            <a:r>
              <a:t>這時候你就會常常聽到新聞報導很多名人突然猝死。</a:t>
            </a:r>
          </a:p>
          <a:p/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/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/>
          <a:p>
            <a:r>
              <a:t>猝死從來不挑人！身體直接停機登出！</a:t>
            </a:r>
          </a:p>
          <a:p/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/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/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/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/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/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/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/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16_9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ordinary_wor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