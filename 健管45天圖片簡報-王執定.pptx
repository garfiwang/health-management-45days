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/>
          <a:p>
            <a:r>
              <a:t>各位現場的好朋友、各位夥伴，大家現在好！</a:t>
            </a:r>
          </a:p>
          <a:p>
            <a:r>
              <a:t>我是王執定（Rich）。今天非常榮幸能夠站在這裡，跟大家分享我在過去這 45 天，一段不可思議的身體蛻變旅程：『重啟 48 歲的身體主控權』！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/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/>
          <a:p>
            <a:r>
              <a:t>有句話這麼說：『一個人走得快，一群人走得遠。』</a:t>
            </a:r>
          </a:p>
          <a:p/>
          <a:p>
            <a:r>
              <a:t>我要謝謝我的另一半神隊友——雅雯。謝謝妳每天幫我準備健管餐！（大家知道嗎？我老婆也跟著我一起做健管，她這次也減掉了整整 1.6 公斤的純脂肪，而且肌肉量還逆勢上升喔！）</a:t>
            </a:r>
          </a:p>
          <a:p/>
          <a:p>
            <a:r>
              <a:t>同時，我更要謝謝沛璇老師和淑媛教練。在整個健管期間，她們一直在身邊提醒我、教我正確的飲食方式。</a:t>
            </a:r>
          </a:p>
          <a:p>
            <a:r>
              <a:t>徹底打破了我過去『少吃就會瘦』的錯誤迷思，教我們『吃對順序、補足營養』。</a:t>
            </a:r>
          </a:p>
          <a:p/>
          <a:p>
            <a:r>
              <a:t>原來，當身體的營養真正補足了，那麼減重就是自然而然發生的事！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【第五幕・深淵試煉｜預計 55 秒】</a:t>
            </a:r>
          </a:p>
          <a:p/>
          <a:p>
            <a:r>
              <a:t>當然，這段旅程不可能一帆風順。</a:t>
            </a:r>
          </a:p>
          <a:p/>
          <a:p>
            <a:r>
              <a:t>前面兩週，我就有明顯的瘦下來！</a:t>
            </a:r>
          </a:p>
          <a:p>
            <a:r>
              <a:t>體重降了整整 3 公斤，體脂下降 1%，內臟脂肪下降 1 級，骨骼肌率還逆勢提升了 0.3%！</a:t>
            </a:r>
          </a:p>
          <a:p>
            <a:r>
              <a:t>大家聽起來，是不是感覺還滿不錯的？</a:t>
            </a:r>
          </a:p>
          <a:p/>
          <a:p>
            <a:r>
              <a:t>但是，考驗馬上就來了！</a:t>
            </a:r>
          </a:p>
          <a:p>
            <a:r>
              <a:t>接下來我開始發現，我爬樓梯變得非常無力！</a:t>
            </a:r>
          </a:p>
          <a:p>
            <a:r>
              <a:t>以往我可以一口氣輕鬆爬到 8 樓；</a:t>
            </a:r>
          </a:p>
          <a:p>
            <a:r>
              <a:t>慢慢地，爬到 6 樓就開始大喘；</a:t>
            </a:r>
          </a:p>
          <a:p>
            <a:r>
              <a:t>最後，竟然爬到 5 樓就需要停下來大休息！雙腿整個使不上力！</a:t>
            </a:r>
          </a:p>
          <a:p/>
          <a:p>
            <a:r>
              <a:t>那時候我就開始想：是不是我的身體嚴重缺少熱量了？</a:t>
            </a:r>
          </a:p>
          <a:p>
            <a:r>
              <a:t>以往減重大家都在講『熱量赤字』——少吃多動，每天消耗大於攝取就會瘦。</a:t>
            </a:r>
          </a:p>
          <a:p>
            <a:r>
              <a:t>我就想：健管這段期間我的熱量是不是攝取太少了？我真的好累、好不想動！我是不是該停了？！</a:t>
            </a:r>
          </a:p>
          <a:p>
            <a:r>
              <a:t>那幾天，我的內心每天都有成千上萬個小劇場在拉扯……</a:t>
            </a:r>
          </a:p>
          <a:p/>
          <a:p>
            <a:r>
              <a:t>還好！教練看完我的數據，非常冷靜地安撫我：</a:t>
            </a:r>
          </a:p>
          <a:p>
            <a:r>
              <a:t>『Rich，不用擔心！這是身體在調整代謝的正常過渡期。</a:t>
            </a:r>
          </a:p>
          <a:p>
            <a:r>
              <a:t>我們現在不是在單純減重，我們是在為你調整體質！</a:t>
            </a:r>
          </a:p>
          <a:p>
            <a:r>
              <a:t>只要多補充蛋白素和好的水分，身體很快就會度過難關！』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【第六幕・自律的考驗｜預計 55 秒】</a:t>
            </a:r>
          </a:p>
          <a:p/>
          <a:p>
            <a:r>
              <a:t>如果說肌耐力是體能的危機，那麼隨之而來的『素食齋戒週』，就是心靈與自律的最高考驗！</a:t>
            </a:r>
          </a:p>
          <a:p/>
          <a:p>
            <a:r>
              <a:t>剛好在健管期間遇到農曆七月，我們參加法會需要提前一週吃素齋戒。</a:t>
            </a:r>
          </a:p>
          <a:p>
            <a:r>
              <a:t>天哪！齋戒那一週，所有肉類葷食必須全部歸零！</a:t>
            </a:r>
          </a:p>
          <a:p/>
          <a:p>
            <a:r>
              <a:t>每到用餐時間，真的就像在走鋼索一樣！大家看右邊這幾張照片，這都是那時候身邊朋友聚餐點的——</a:t>
            </a:r>
          </a:p>
          <a:p>
            <a:r>
              <a:t>滿桌香酥烤雞、炸油條蝦鬆，還有整鍋濃到化不開的老母雞砂鍋濃湯，吃飽了再來一份高糖高脂的熔岩冰淇淋布朗尼！</a:t>
            </a:r>
          </a:p>
          <a:p>
            <a:r>
              <a:t>身邊朋友大口吃雞腿、大碗喝雞湯，而我呢？只能坐在旁邊吃生菜、喝無糖豆漿！</a:t>
            </a:r>
          </a:p>
          <a:p>
            <a:r>
              <a:t>那一整週，只有豆腐、雞蛋和毛豆陪著我，只要一餓，就立刻泡蛋白素來喝！</a:t>
            </a:r>
          </a:p>
          <a:p/>
          <a:p>
            <a:r>
              <a:t>每天我就是和 Carolyn 彼此打氣：『再撐三天！再撐兩天！再撐一天！脂肪就不見了！』</a:t>
            </a:r>
          </a:p>
          <a:p/>
          <a:p>
            <a:r>
              <a:t>終於，七天過去了！奇蹟就在撐過的那一刻發生了——</a:t>
            </a:r>
          </a:p>
          <a:p>
            <a:r>
              <a:t>我的腸道排便變得前所未有的順暢乾淨，整個身體變得無比輕盈，一站起來，我的褲子竟然整個變鬆了！</a:t>
            </a:r>
          </a:p>
          <a:p/>
          <a:p>
            <a:r>
              <a:t>那一刻我深刻領悟到一句話：『自律換來了自由！你有多大的自律，就換來多大的自由！』</a:t>
            </a:r>
          </a:p>
          <a:p>
            <a:r>
              <a:t>自由是什麼？自由就是我的身體徹底找回了年輕，找回了活力，所以我可以再去做更多想做的事！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【第七幕・終極成績單｜預計 55 秒】</a:t>
            </a:r>
          </a:p>
          <a:p/>
          <a:p>
            <a:r>
              <a:t>最後，讓大家看一下我的成績單！</a:t>
            </a:r>
          </a:p>
          <a:p/>
          <a:p>
            <a:r>
              <a:t>體重：從 68.7 公斤一路降到 63.0 公斤，整整減掉 5.7 公斤，達成當初目標的 165.7%！超標完成！</a:t>
            </a:r>
          </a:p>
          <a:p>
            <a:r>
              <a:t>腰圍：從原本緊繃的 90 公分縮小到 82 公分，整整少了 8 公分！現在穿西裝褲，皮帶必須整整多退三格！</a:t>
            </a:r>
          </a:p>
          <a:p>
            <a:r>
              <a:t>身體年齡：從 48 歲逆生長到 42 歲，整整年輕了 6 歲！</a:t>
            </a:r>
          </a:p>
          <a:p>
            <a:r>
              <a:t>內臟脂肪狂降了 2 級，血壓從原本危險的 140/100 回復到完美的 120/80 mmHg 黃金標準！</a:t>
            </a:r>
          </a:p>
          <a:p/>
          <a:p>
            <a:r>
              <a:t>更重要的是最後這項數據：</a:t>
            </a:r>
          </a:p>
          <a:p>
            <a:r>
              <a:t>大家看，我的骨骼肌率從 31.1% 逆勢增加到 31.7%！</a:t>
            </a:r>
          </a:p>
          <a:p>
            <a:r>
              <a:t>這證明了只要方法科學、吃對營養，我們減掉的全是身體多餘的油與水！</a:t>
            </a:r>
          </a:p>
          <a:p>
            <a:r>
              <a:t>原本一開始擔心的肌耐力危機，最後透過科學體質調整，變成了更精實、更強壯的肌肉！</a:t>
            </a:r>
          </a:p>
          <a:p>
            <a:r>
              <a:t>我們不僅找回了身材，更奪回了健康與人生的主控權！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【第十幕・大謝幕｜預計 60 秒】</a:t>
            </a:r>
          </a:p>
          <a:p/>
          <a:p>
            <a:r>
              <a:t>最後，我想用我這 45 天刻在心底的一句話做總結：</a:t>
            </a:r>
          </a:p>
          <a:p>
            <a:r>
              <a:t>『什麼事情都可以放下，唯獨不能放下筷子！』</a:t>
            </a:r>
          </a:p>
          <a:p/>
          <a:p>
            <a:r>
              <a:t>健管從來不是叫我們放下筷子挨餓節食，而是教我們好好拿穩筷子、吃對每一口滋養身體的原形營養。</a:t>
            </a:r>
          </a:p>
          <a:p>
            <a:r>
              <a:t>所有開心的事情、不開心的事情，任何的忙碌都可以先放下，請好好覺察你的身體是不是在告訴你警訊——不是沒有，可能是聲音很小，你沒有發現。但請大家注意聽！千萬不要等你的身體開始罷工了，你才發現，那就真的來不及了！</a:t>
            </a:r>
          </a:p>
          <a:p/>
          <a:p>
            <a:r>
              <a:t>45 天前，我以為我只是在管理體重；45 天後，我發現我贏回了人生的主控權。</a:t>
            </a:r>
          </a:p>
          <a:p>
            <a:r>
              <a:t>48 歲，這絕不是下坡路，而是人生下半場最精彩的黃金起點！</a:t>
            </a:r>
          </a:p>
          <a:p/>
          <a:p>
            <a:r>
              <a:t>衷心感謝我的最佳戰友 Carolyn、我的推薦人沛璇、麥淑媛教練，以及寰宇南京中心所有夥伴的陪伴與鼓勵。</a:t>
            </a:r>
          </a:p>
          <a:p>
            <a:r>
              <a:t>謝謝大家，祝各位 Live Better ! Better Life！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_allie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_stairwell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_temptatio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_rich_repo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_grand_finale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