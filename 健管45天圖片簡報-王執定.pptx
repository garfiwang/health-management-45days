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我看祂一搖頭，我就自己瘋狂腦補：『天哪！小心頭部疾病，神明還搖頭！該不會是中風？腦出血？腦溢血？該不會像廖國宏那樣腦血管栓塞頭部整個爆炸吧？！』</a:t>
            </a:r>
          </a:p>
          <a:p>
            <a:r>
              <a:t>這時候我真的被嚇到了！我心想這下真的不能再鐵齒了，隔天一早，我立刻火速打電話給沛璇老師，跟她說：『沛璇老師，拜託快幫我排健管！我下週立刻要開始！』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當然這段旅程不可能一帆風順。</a:t>
            </a:r>
          </a:p>
          <a:p/>
          <a:p>
            <a:r>
              <a:t>前面兩週我就有明顯的瘦下來，體重降了 3 公斤，體脂下降 1%，內臟脂肪下降 1，骨骼肌率還提升了 0.3%。是不是感覺還不錯！</a:t>
            </a:r>
          </a:p>
          <a:p/>
          <a:p>
            <a:r>
              <a:t>但是接下來我開始發現我爬樓梯開始無力，以往我可以一口氣爬到 8 樓，慢慢地，到 6 樓就會喘，接下來爬到 5 樓就需要大休息！</a:t>
            </a:r>
          </a:p>
          <a:p/>
          <a:p>
            <a:r>
              <a:t>我就想說是不是我的身體缺少熱量了？</a:t>
            </a:r>
          </a:p>
          <a:p>
            <a:r>
              <a:t>以往我在減重的期間，都會談到熱量赤字，就是吃的比較少動的比較多，那麼身體每天都缺少熱量就會瘦下來。</a:t>
            </a:r>
          </a:p>
          <a:p>
            <a:r>
              <a:t>那我就想健管這段期間我的熱量真的攝取太少了，我真的好累，不想動！我是不是該停了？！我的內心就會不斷地有小劇場展開……</a:t>
            </a:r>
          </a:p>
          <a:p/>
          <a:p>
            <a:r>
              <a:t>還好，教練看完我的數據，冷靜地安撫我：</a:t>
            </a:r>
          </a:p>
          <a:p>
            <a:r>
              <a:t>『不用擔心，這是身體在代謝的正常過渡期。我們不是在減重，我們是在調整體質，只要多補充蛋白素和好的水分，就沒事了！』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如果肌耐力是體能的危機，那隨之而來的『素食齋戒週』，就是心靈與自律的最高考驗。</a:t>
            </a:r>
          </a:p>
          <a:p/>
          <a:p>
            <a:r>
              <a:t>剛好在健管的期間遇到農曆的七月，我們參加法會就需要提前一週素食齋戒。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每到用餐時間就像走鋼索，身邊朋友吃雞腿，喝雞湯。我只能吃生菜喝豆漿。</a:t>
            </a:r>
          </a:p>
          <a:p>
            <a:r>
              <a:t>大家看右邊這三張照片，這都是身邊朋友吃的大餐——滿桌炸油條蝦鬆與烤雞、砂鍋老母雞濃湯、熔岩冰淇淋布朗尼！這些全是健管期間要嚴格忌口的大地雷！</a:t>
            </a:r>
          </a:p>
          <a:p>
            <a:r>
              <a:t>那一週只有豆腐、雞蛋和毛豆陪著我，平常只要一餓就喝蛋白素。</a:t>
            </a:r>
          </a:p>
          <a:p>
            <a:r>
              <a:t>每天就是和 Carolyn 彼此打氣：『再撐三天！再撐二天！再撐一天！脂肪不見了！』</a:t>
            </a:r>
          </a:p>
          <a:p/>
          <a:p>
            <a:r>
              <a:t>終於 7 天過去了，奇蹟就在撐過的那一刻發生了——</a:t>
            </a:r>
          </a:p>
          <a:p>
            <a:r>
              <a:t>我的腸道排便變得前所未有的順暢乾淨，整個身體變得好輕盈，我的褲子怎麼變鬆了？！</a:t>
            </a:r>
          </a:p>
          <a:p>
            <a:r>
              <a:t>我領悟到：自律換來了自由，你有多大的自律，就換來多大的自由。自由是什麼？自由就是我的身體找回了年輕，所以我可以再做好多事！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【第七幕・終極成績單｜預計 55 秒】</a:t>
            </a:r>
          </a:p>
          <a:p/>
          <a:p>
            <a:r>
              <a:t>最後，讓大家看一下我的成績單！</a:t>
            </a:r>
          </a:p>
          <a:p/>
          <a:p>
            <a:r>
              <a:t>體重：從 68.7 公斤降到 63.0 公斤，整整減掉 5.7 公斤，達成當初目標的 165.7%！</a:t>
            </a:r>
          </a:p>
          <a:p>
            <a:r>
              <a:t>腰圍：從緊繃的 90 公分縮小到 82 公分，整整少了 8 公分！現在穿褲子皮帶必須多退三格！</a:t>
            </a:r>
          </a:p>
          <a:p>
            <a:r>
              <a:t>身體年齡：從 48 歲逆生長到 42 歲，年輕了 6 歲！</a:t>
            </a:r>
          </a:p>
          <a:p>
            <a:r>
              <a:t>內臟脂肪降了 2 級，血壓從 140/100 回復到完美的 120/80！</a:t>
            </a:r>
          </a:p>
          <a:p/>
          <a:p>
            <a:r>
              <a:t>更重要的是最後這項數據：</a:t>
            </a:r>
          </a:p>
          <a:p>
            <a:r>
              <a:t>我的骨骼肌率從 31.1% 逆勢增加到 31.7%！</a:t>
            </a:r>
          </a:p>
          <a:p>
            <a:r>
              <a:t>這證明了只要方法科學，我們減掉的全是多餘的油與水，原本擔心的肌耐力危機，最後變成更精實強壯的肌肉！</a:t>
            </a:r>
          </a:p>
          <a:p>
            <a:r>
              <a:t>我們不僅找回了身材，更奪回了健康與人生的主控權！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【第八幕・微行動地圖｜預計 55 秒】</a:t>
            </a:r>
          </a:p>
          <a:p/>
          <a:p>
            <a:r>
              <a:t>今天在現場的好朋友，可能有一半的人從來沒有做過健管，甚至會覺得：『健管是不是很麻煩、很困難？』</a:t>
            </a:r>
          </a:p>
          <a:p>
            <a:r>
              <a:t>所以我今天特別想送給大家，明天早上起床馬上就可以執行的兩個『微行動』：</a:t>
            </a:r>
          </a:p>
          <a:p/>
          <a:p>
            <a:r>
              <a:t>第一個微行動：【把水喝足】！</a:t>
            </a:r>
          </a:p>
          <a:p>
            <a:r>
              <a:t>每天喝足「體重 × 40cc」好水。</a:t>
            </a:r>
          </a:p>
          <a:p>
            <a:r>
              <a:t>水是燃脂最便宜也最強大的燃料！只要把水喝足了，全身的代謝大循環立刻啟動！</a:t>
            </a:r>
          </a:p>
          <a:p/>
          <a:p>
            <a:r>
              <a:t>第二個微行動：【順序吃對】！</a:t>
            </a:r>
          </a:p>
          <a:p>
            <a:r>
              <a:t>吃飯的時候，順序非常關鍵：先喝水 → 先吃肉 → 再吃菜 → 最後碰澱粉！</a:t>
            </a:r>
          </a:p>
          <a:p>
            <a:r>
              <a:t>只要把順序稍微調整一下，穩定胰島素不飆升，下午大腦精神滿格、再也不昏睡當機！</a:t>
            </a:r>
          </a:p>
          <a:p/>
          <a:p>
            <a:r>
              <a:t>這兩個微行動，完全不用挨餓，更不用辛苦算卡路里！明天開始，大家一起試試看！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【第十幕・大謝幕｜預計 60 秒】</a:t>
            </a:r>
          </a:p>
          <a:p/>
          <a:p>
            <a:r>
              <a:t>最後，我想用我這 45 天刻在心底的一句話做總結：</a:t>
            </a:r>
          </a:p>
          <a:p>
            <a:r>
              <a:t>『什麼事情都可以放下，唯獨不能放下筷子；』</a:t>
            </a:r>
          </a:p>
          <a:p/>
          <a:p>
            <a:r>
              <a:t>健管從來不是叫我們放下筷子挨餓節食，而是教我們好好拿穩筷子、吃對每一口滋養身體的原形營養。</a:t>
            </a:r>
          </a:p>
          <a:p>
            <a:r>
              <a:t>所有開心的事情不開心的事情，任何的忙碌都可以先放下，請好好覺察你的身體是不是在告訴你警訊——不是沒有，可能是很小聲，你沒有發現。但請注意聽！千萬不要讓你的身體開始罷工了，你才發現，那就來不及了！</a:t>
            </a:r>
          </a:p>
          <a:p/>
          <a:p>
            <a:r>
              <a:t>45 天前，我以為我只是在管理體重；45 天後，我發現我贏回了人生的主控權。48 歲，這不是下坡路，而是人生下半場最精彩的黃金起點！</a:t>
            </a:r>
          </a:p>
          <a:p/>
          <a:p>
            <a:r>
              <a:t>衷心感謝我的最佳戰友 Carolyn、我的推薦人沛璇、麥淑媛教練，以及寰宇南京中心所有夥伴的陪伴與鼓勵。</a:t>
            </a:r>
          </a:p>
          <a:p>
            <a:r>
              <a:t>謝謝大家，祝各位 Live Better ! Better Life！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openai_16_9_rend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_rich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_office_toas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grand_finale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