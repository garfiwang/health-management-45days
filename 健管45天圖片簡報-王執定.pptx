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【第二幕・冒險召喚｜預計 75 秒】</a:t>
            </a:r>
          </a:p>
          <a:p/>
          <a:p>
            <a:r>
              <a:t>這時候你就會常常聽到新聞報導很多名人突然猝死，有的是因為過勞，最近也有很多是他平時不抽菸、不喝酒、很養生，但還是會出事情。</a:t>
            </a:r>
          </a:p>
          <a:p>
            <a:r>
              <a:t>聽到了這些新聞，會不會讓你覺得：『我應該要休息一下？我應該要來做做健管？』</a:t>
            </a:r>
          </a:p>
          <a:p>
            <a:r>
              <a:t>不會～～因為我覺得我的身體很好呀！我家的基因很健康，我平常都有做好事、累積福報，所以我不會像他們這些人一樣！</a:t>
            </a:r>
          </a:p>
          <a:p/>
          <a:p>
            <a:r>
              <a:t>後來我的身體給我了一個警告：晚上睡覺半夜，膝蓋突然劇烈痛了起來。</a:t>
            </a:r>
          </a:p>
          <a:p>
            <a:r>
              <a:t>那種痛，會讓你痛到發瘋！請問大家，你覺得是什麼毛病？</a:t>
            </a:r>
          </a:p>
          <a:p>
            <a:r>
              <a:t>（等待台下回答：痛風！）</a:t>
            </a:r>
          </a:p>
          <a:p>
            <a:r>
              <a:t>痛風？！不可能！我那麼健康，我家的基因那麼好，我平常都有做好事、積福報，我怎麼可能有痛風？！</a:t>
            </a:r>
          </a:p>
          <a:p/>
          <a:p>
            <a:r>
              <a:t>後來我的身體，再給了我第二個警告。</a:t>
            </a:r>
          </a:p>
          <a:p>
            <a:r>
              <a:t>因為我的腰圍越來越寬廣，我就想說應該要來執行 168 斷食，所以我不吃早餐，早上只喝黑咖啡，想說這樣可以燃燒脂肪。</a:t>
            </a:r>
          </a:p>
          <a:p>
            <a:r>
              <a:t>結果有一天早上，突然頭暈目眩、心跳加速，整個身體完全提不上力，趕快去醫院檢查，結果一量血壓——直接飆到 160！</a:t>
            </a:r>
          </a:p>
          <a:p/>
          <a:p>
            <a:r>
              <a:t>到了這個時候，你覺得是不是應該要讓身體休息一下，要來做做健管，重新讓身體修復了？</a:t>
            </a:r>
          </a:p>
          <a:p>
            <a:r>
              <a:t>不用啦～～我那麼健康，我家的基因那麼好，我平常都有做好事、積福報，我多喝水，多上健身房運動就可以了啦！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ip_16_9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ordinary_wor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_richman_crisis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