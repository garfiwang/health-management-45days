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【開場｜預計 45 秒】</a:t>
            </a:r>
          </a:p>
          <a:p>
            <a:r>
              <a:t>大家好，我是 Rich 王執定。</a:t>
            </a:r>
          </a:p>
          <a:p>
            <a:r>
              <a:t>如果 45 天前有人跟我說：『Rich，45 天後你的腰圍會縮小 8 公分、身體年齡會年輕 6 歲，下午開會再也不會想睡覺。』</a:t>
            </a:r>
          </a:p>
          <a:p>
            <a:r>
              <a:t>我一定會覺得他在跟我開玩笑。</a:t>
            </a:r>
          </a:p>
          <a:p>
            <a:r>
              <a:t>因為在 48 歲這個年紀，我們通常已經習慣把『體重往上、體力往下、肚子變大』當成中年無法逆轉的宿命。</a:t>
            </a:r>
          </a:p>
          <a:p>
            <a:r>
              <a:t>今天，我想用 8 分鐘的時間，跟大家分享這 45 天我走過的『英雄旅程』。這不只是一份減重成績單，而是一場重新奪回身體主導權的深刻冒險。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【第一幕・平凡世界｜預計 50 秒】</a:t>
            </a:r>
          </a:p>
          <a:p>
            <a:r>
              <a:t>每段英雄旅程的起點，都是一個我們習以為常的『平凡世界』。</a:t>
            </a:r>
          </a:p>
          <a:p>
            <a:r>
              <a:t>在 45 天前，我的日常生活是什麼樣子？</a:t>
            </a:r>
          </a:p>
          <a:p>
            <a:r>
              <a:t>48 歲，體重 68.7 公斤，腰圍達到了 90 公分（已經跨過男性健康警戒線），內臟脂肪高達 9。</a:t>
            </a:r>
          </a:p>
          <a:p>
            <a:r>
              <a:t>每天中午吃完飯，下午兩點開會時眼皮沉重得像掛了鉛塊，不喝大杯黑咖啡根本撐不住；血壓更經常飆到 140/100 mmHg。</a:t>
            </a:r>
          </a:p>
          <a:p>
            <a:r>
              <a:t>最可怕的不是這些數字，而是我的心態。當時我跟很多人一樣，心裡想著：『沒辦法啊，年過四十代謝就是變差嘛，大家不都這樣？』</a:t>
            </a:r>
          </a:p>
          <a:p>
            <a:r>
              <a:t>我們習慣把身體發出的紅燈訊號，當成了歲月的必然。直到那個轉折點出現。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【第二幕・冒險召喚｜預計 45 秒】</a:t>
            </a:r>
          </a:p>
          <a:p>
            <a:r>
              <a:t>冒險的召喚往往來自一次強烈的震撼。</a:t>
            </a:r>
          </a:p>
          <a:p>
            <a:r>
              <a:t>當時看著健檢報告上醒目的紅字，摸著緊繃到快炸開的褲頭，我的推薦人沛璇跟我說了一句話，深深刺進我心裡：</a:t>
            </a:r>
          </a:p>
          <a:p>
            <a:r>
              <a:t>『Rich，身體是你一切事業與家庭的基地。如果連 45 天你都不願意投資給自己，五年後你要用什麼來面對人生？』</a:t>
            </a:r>
          </a:p>
          <a:p>
            <a:r>
              <a:t>那天晚上我看著鏡子裡的自己，我問自己：『我真的甘心讓自己就這樣步入 50 歲嗎？』</a:t>
            </a:r>
          </a:p>
          <a:p>
            <a:r>
              <a:t>我不想以後每天出門要吞降血壓藥，我不想每次拍照都只能躲在人群最後面縮小腹。</a:t>
            </a:r>
          </a:p>
          <a:p>
            <a:r>
              <a:t>那一刻，我聽見了身體的召喚——我必須做出改變。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【第三幕・跨越門檻｜預計 45 秒】</a:t>
            </a:r>
          </a:p>
          <a:p>
            <a:r>
              <a:t>英雄旅程的第三步，是跨越門檻——踏出那一步，就代表舊的世界結束，沒有退路了。</a:t>
            </a:r>
          </a:p>
          <a:p>
            <a:r>
              <a:t>2026 年 7 月 30 日，我和 Carolyn 一起正式簽下了健管 45 天的承諾書。</a:t>
            </a:r>
          </a:p>
          <a:p>
            <a:r>
              <a:t>我給自己設下的目標是減重 3.44 公斤（-5%），體脂下降 20%。</a:t>
            </a:r>
          </a:p>
          <a:p>
            <a:r>
              <a:t>我們做了一件很徹底的事：把家裡的零食、含糖飲料全部清空。我們不再依賴以前的高油高鹽外食，而是每天乖乖備齊優質蛋白質、大量蔬菜，每天喝下至少 3000cc 的水。</a:t>
            </a:r>
          </a:p>
          <a:p>
            <a:r>
              <a:t>跨越門檻的那天，我知道這不再是『試試看』，而是一場對自己的承諾。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【第四幕・試煉與盟友｜預計 55 秒】</a:t>
            </a:r>
          </a:p>
          <a:p>
            <a:r>
              <a:t>任何英雄旅程都不可能單打獨鬥。</a:t>
            </a:r>
          </a:p>
          <a:p>
            <a:r>
              <a:t>在這段旅程中，我最感謝的盟友就是我的另一半 Carolyn。</a:t>
            </a:r>
          </a:p>
          <a:p>
            <a:r>
              <a:t>俗話說：『一個人走得快，兩個人走得遠。』</a:t>
            </a:r>
          </a:p>
          <a:p>
            <a:r>
              <a:t>我們兩個人一起在廚房備餐、一起討論蛋白日的菜單、互相叮嚀喝水進度。當其中一個人感到嘴饞想偷吃時，另一個人就是最堅固的防線！最後 Carolyn 也減掉了 1.6 公斤純脂肪，骨骼肌不減反增！</a:t>
            </a:r>
          </a:p>
          <a:p>
            <a:r>
              <a:t>更重要的是我們的導航者——麥淑媛教練與沛璇。</a:t>
            </a:r>
          </a:p>
          <a:p>
            <a:r>
              <a:t>她們不是只給我們菜單，而是每天在群組看我們的餐盤照片，教我們辨認隱形地雷，讓我們明白原來吃對食物、攝取足夠優質蛋白質，身體真的會以驚人的速度修復。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【第五幕・最大危機（一）｜預計 55 秒】</a:t>
            </a:r>
          </a:p>
          <a:p>
            <a:r>
              <a:t>接下來，來到了英雄旅程最險峻的深淵——最大危機。</a:t>
            </a:r>
          </a:p>
          <a:p>
            <a:r>
              <a:t>大家看我的數據，第一週就狂瘦 3.2 公斤，到第三週體重掉到 63.6 公斤，達標率高達 148%。</a:t>
            </a:r>
          </a:p>
          <a:p>
            <a:r>
              <a:t>但就在大家為我鼓掌的時候，我迎來了第一個巨大考驗。</a:t>
            </a:r>
          </a:p>
          <a:p>
            <a:r>
              <a:t>有一天我走樓梯爬到 5 樓，雙腿突然發軟無力，整個人喘到不行。</a:t>
            </a:r>
          </a:p>
          <a:p>
            <a:r>
              <a:t>那一瞬間，我心裡冒出了極大的恐懼與懷疑：『我是不是做錯了？我是不是只減掉了水分跟肌肉？這樣虛弱的瘦，真的是我要的嗎？』</a:t>
            </a:r>
          </a:p>
          <a:p>
            <a:r>
              <a:t>我立刻向淑媛教練求助。教練看過我的數據與狀態，耐心地安撫我：這是大量燃脂時體內水分與肝醣快速消耗的必經轉型期，只要調整營養補給與水分電解質，身體很快就會適應。果不其然，調整後體力迅速回升，打破了我的心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【第五幕・最大危機（二）｜預計 55 秒】</a:t>
            </a:r>
          </a:p>
          <a:p>
            <a:r>
              <a:t>如果說肌耐力是體能的考驗，那『素食齋戒週』就是心智與自律的最高峰。</a:t>
            </a:r>
          </a:p>
          <a:p>
            <a:r>
              <a:t>在健管過程中碰上齋戒期，平常習慣依靠的雞肉、魚肉、蛋等高蛋白食物全部不能碰。</a:t>
            </a:r>
          </a:p>
          <a:p>
            <a:r>
              <a:t>走在外面，台灣傳統素食店幾乎都是炸豆皮、素肉、勾芡和滿滿的沙拉油，要做到健管要求的『純淨、無油、高蛋白』，簡直寸步難行！</a:t>
            </a:r>
          </a:p>
          <a:p>
            <a:r>
              <a:t>那幾天，飢餓感與想要破戒的誘惑無時無刻在腦中交戰。</a:t>
            </a:r>
          </a:p>
          <a:p>
            <a:r>
              <a:t>我和 Carolyn 只能想盡辦法，用植物蛋白素、大量深色蔬菜和豆腐來嚴格維持營養。</a:t>
            </a:r>
          </a:p>
          <a:p>
            <a:r>
              <a:t>當我們咬緊牙關撐過那週後，奇蹟發生了——我的腸道排便變得極度順暢純淨，身體前所未有的輕盈！那一刻我領悟到：限制不是剝奪，限制是為了讓身體找回原本強大的自癒能力。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【第六幕・蛻變與寶物（數據篇）｜預計 55 秒】</a:t>
            </a:r>
          </a:p>
          <a:p>
            <a:r>
              <a:t>走過考驗，我們迎來了英雄的寶物。</a:t>
            </a:r>
          </a:p>
          <a:p>
            <a:r>
              <a:t>這是 45 天後我的真實成績單：</a:t>
            </a:r>
          </a:p>
          <a:p>
            <a:r>
              <a:t>體重：從 68.7 公斤降到 63.0 公斤，整整減掉 5.7 公斤，達成當初目標的 165.7%！</a:t>
            </a:r>
          </a:p>
          <a:p>
            <a:r>
              <a:t>腰圍：從 90 公分縮小到 82 公分，整整少了 8 公分！家裡所有的褲子都變鬆了，皮帶重新打了三個洞！</a:t>
            </a:r>
          </a:p>
          <a:p>
            <a:r>
              <a:t>身體年齡：從 48 歲回春到 42 歲，年輕了 6 歲！</a:t>
            </a:r>
          </a:p>
          <a:p>
            <a:r>
              <a:t>內臟脂肪：從危險的 9 降到標準的 7！</a:t>
            </a:r>
          </a:p>
          <a:p>
            <a:r>
              <a:t>血壓：從 140/100 降回完全健康的 120/80！</a:t>
            </a:r>
          </a:p>
          <a:p>
            <a:r>
              <a:t>最讓我自豪的是最後一項——我的骨骼肌率從 31.1% 逆勢上升到 31.7%！這證明了透過科學健管，我們減掉的全是多餘的脂肪與廢水，肌肉扎扎實實地被保護了下來！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【第六幕・蛻變與寶物（生活篇）｜預計 50 秒】</a:t>
            </a:r>
          </a:p>
          <a:p>
            <a:r>
              <a:t>除了體重計上的數字，這 45 天帶給我最深沉的寶物是什麼？</a:t>
            </a:r>
          </a:p>
          <a:p>
            <a:r>
              <a:t>第一，是我的味蕾甦醒了。以前無辣不歡、重油重鹹；現在一口清蒸蔬菜，我能吃出大地原本的甘甜，身體會自然渴望乾淨的食物。</a:t>
            </a:r>
          </a:p>
          <a:p>
            <a:r>
              <a:t>第二，是精力的徹底解放。那種吃完午餐不再昏睡、下午腦袋清晰如鏡的專注感，是再多咖啡都換不來的。</a:t>
            </a:r>
          </a:p>
          <a:p>
            <a:r>
              <a:t>第三，也是最重要的——我重新贏回了對自己的掌控感。</a:t>
            </a:r>
          </a:p>
          <a:p>
            <a:r>
              <a:t>當你看見自己的身體在自己的自律與科學管理下，一步一步變成精實、健康的模樣，那種由內而外的自信，會擴散到你的工作、你的事業與你的人際關係中。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【第七幕・帶著禮物歸來｜預計 55 秒】</a:t>
            </a:r>
          </a:p>
          <a:p>
            <a:r>
              <a:t>英雄旅程的終點，是把在冒險中淬鍊出的寶物帶回平凡世界，分享給身邊的人。</a:t>
            </a:r>
          </a:p>
          <a:p>
            <a:r>
              <a:t>今天在座的朋友，如果你還沒參加過健管，甚至覺得減肥很痛苦、很遙遠。</a:t>
            </a:r>
          </a:p>
          <a:p>
            <a:r>
              <a:t>我想送你兩個明天立刻能做的小禮物：第一，明天開始把水喝足（體重乘 40cc）；第二，吃飯時先吃肉跟菜，把澱粉留到最後。只要這兩個小改變，你就會發現身體有不可思議的回應。</a:t>
            </a:r>
          </a:p>
          <a:p>
            <a:r>
              <a:t>而對於跟我一起並肩作戰的同期夥伴與教練們：</a:t>
            </a:r>
          </a:p>
          <a:p>
            <a:r>
              <a:t>45 天結束了，但我們的新人生才剛開始。維持期才是我們展現實力的時刻。讓我們把這份健康的習慣維持一輩子，並成為身邊親友的健康榜樣！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【結尾謝幕｜預計 35 秒】</a:t>
            </a:r>
          </a:p>
          <a:p>
            <a:r>
              <a:t>最後，我想用這句話做總結：</a:t>
            </a:r>
          </a:p>
          <a:p>
            <a:r>
              <a:t>『45 天前，我以為我只是在減重；45 天後，我發現我贏回了人生的主控權。』</a:t>
            </a:r>
          </a:p>
          <a:p>
            <a:r>
              <a:t>48 歲不是衰老的藉口，而是精準管理生命的黃金起點。</a:t>
            </a:r>
          </a:p>
          <a:p>
            <a:r>
              <a:t>特別感謝我的戰友 Carolyn、我的推薦人沛璇、麥淑媛教練，以及這段時間互相激勵的所有夥伴。</a:t>
            </a:r>
          </a:p>
          <a:p>
            <a:r>
              <a:t>謝謝大家！願我們每一個人都能做自己生命裡的英雄！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59669"/>
                </a:solidFill>
                <a:latin typeface="Microsoft JhengHei"/>
              </a:defRPr>
            </a:pPr>
            <a:r>
              <a:t>健管 45 天的心得與蛻變</a:t>
            </a:r>
          </a:p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重啟 48 歲的身體主控權</a:t>
            </a:r>
          </a:p>
          <a:p>
            <a:pPr>
              <a:spcAft>
                <a:spcPts val="2800"/>
              </a:spcAft>
              <a:defRPr sz="2200">
                <a:solidFill>
                  <a:srgbClr val="94A3B8"/>
                </a:solidFill>
                <a:latin typeface="Microsoft JhengHei"/>
              </a:defRPr>
            </a:pPr>
            <a:r>
              <a:t>—— 一個上班族的「英雄旅程」上台分享</a:t>
            </a:r>
          </a:p>
          <a:p>
            <a:pPr>
              <a:defRPr sz="1500">
                <a:solidFill>
                  <a:srgbClr val="CBD5E1"/>
                </a:solidFill>
                <a:latin typeface="Microsoft JhengHei"/>
              </a:defRPr>
            </a:pPr>
            <a:r>
              <a:t>分享者：王執定（Rich） ｜ 45天減重 5.7kg・腰圍 -8cm・身體年齡 -6歲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一 幕・平凡世界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48 歲的日常：那條不知不覺走上的「下坡路」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我們總把衰老當成理所當然，其實那是身體在無聲求救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19872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000">
                <a:solidFill>
                  <a:srgbClr val="059669"/>
                </a:solidFill>
              </a:defRPr>
            </a:pPr>
            <a:r>
              <a:t>01. 緊繃的警訊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體重 68.7 kg，腰圍 90 cm</a:t>
            </a:r>
            <a:br/>
            <a:r>
              <a:t>• 褲子尺碼默默往上加一號</a:t>
            </a:r>
            <a:br/>
            <a:r>
              <a:t>• 每一條皮帶都扣到最後一格</a:t>
            </a:r>
            <a:br/>
            <a:r>
              <a:t>• 內臟脂肪悄悄飆到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000">
                <a:solidFill>
                  <a:srgbClr val="D97706"/>
                </a:solidFill>
              </a:defRPr>
            </a:pPr>
            <a:r>
              <a:t>02. 昏沉的日常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午餐後必定嚴重昏睡</a:t>
            </a:r>
            <a:br/>
            <a:r>
              <a:t>• 精神不濟，靠咖啡硬撐</a:t>
            </a:r>
            <a:br/>
            <a:r>
              <a:t>• 爬幾層樓梯就氣喘吁吁</a:t>
            </a:r>
            <a:br/>
            <a:r>
              <a:t>• 血壓浮動來到 140/100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000">
                <a:solidFill>
                  <a:srgbClr val="64748B"/>
                </a:solidFill>
              </a:defRPr>
            </a:pPr>
            <a:r>
              <a:t>03. 慣性的自我安慰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『大家到了這個年紀都這樣』</a:t>
            </a:r>
            <a:br/>
            <a:r>
              <a:t>• 『男生有小肚子很正常』</a:t>
            </a:r>
            <a:br/>
            <a:r>
              <a:t>• 『工作這麼忙，吃點好的是犒賞』</a:t>
            </a:r>
            <a:br/>
            <a:r>
              <a:t>• 逐漸對身體失去掌控感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二 幕・冒險召喚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鏡子前的靈魂拷問：我要這樣踏入 50 歲嗎？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不是外在強迫，而是內心深處被徹底敲醒的時刻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200">
                <a:solidFill>
                  <a:srgbClr val="DC2626"/>
                </a:solidFill>
              </a:defRPr>
            </a:pPr>
            <a:r>
              <a:t>⚡ 兩記敲醒我的重拳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1. 健檢報告上的紅字警訊：</a:t>
            </a:r>
            <a:br/>
            <a:r>
              <a:t>   血壓高標、腰圍過粗，這不是老，是病態代謝的預警！</a:t>
            </a:r>
            <a:br/>
            <a:br/>
            <a:r>
              <a:t>2. 貴人推薦人 江沛璇 的當頭棒喝：</a:t>
            </a:r>
            <a:br/>
            <a:r>
              <a:t>   『Rich，身體是你打拼的本錢，如果現在不給身體 45 天，五年後的你拿什麼支撐夢想？』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200">
                <a:solidFill>
                  <a:srgbClr val="059669"/>
                </a:solidFill>
              </a:defRPr>
            </a:pPr>
            <a:r>
              <a:t>🎯 關鍵轉念與選擇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痛點：我不想在 50 歲時，每天靠吃降血壓藥過日子。</a:t>
            </a:r>
            <a:br/>
            <a:br/>
            <a:r>
              <a:t>• 渴望：我想重新穿回合身的西裝，我想讓自己充滿活力，我想陪家人走得更長久。</a:t>
            </a:r>
            <a:br/>
            <a:br/>
            <a:r>
              <a:t>• 決定：這一次，不是隨便試試看的減肥，而是認真給身體一次重開機的機會！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三 幕・跨越門檻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簽下 45 天承諾契約：告別舒適圈，這一次不留退路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跨越門檻最難的不是拒絕美食，而是下定決心「不找藉口」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400">
                <a:solidFill>
                  <a:srgbClr val="059669"/>
                </a:solidFill>
              </a:defRPr>
            </a:pPr>
            <a:r>
              <a:t>踏出舒適圈的三大「斷捨離」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1. 清空廚房與冰箱：把加工甜食、含糖飲料、宵夜零嘴通通送走，不給自己動搖的機會。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2. 簽訂承諾契約：訂下目標體重 65.27kg（-3.44kg）、體脂率 -20%，在教練面前正式宣誓立約。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3. 建立全新紀律：每天喝足 3000cc 以上好水、落實優質蛋白日與纖體日，準時記錄上傳餐盤。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四 幕・試煉與盟友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一個人走得快，兩個人走得遠：盟友與教練的力量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在嚴格的試煉中，是同儕的信任與專業導航讓我們堅持向前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059669"/>
                </a:solidFill>
              </a:defRPr>
            </a:pPr>
            <a:r>
              <a:t>👥 最強革命戰友：Carolyn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廚房裡的默契：一起採買、秤重、準備 211 纖體餐盤與蛋白日餐點。</a:t>
            </a:r>
            <a:br/>
            <a:br/>
            <a:r>
              <a:t>• 互相踢館與激勵：當一個人想偷懶放鬆時，另一個人就是最嚴格的糾察隊。</a:t>
            </a:r>
            <a:br/>
            <a:br/>
            <a:r>
              <a:t>• 雙人共好成果：45 天下來，Carolyn 純脂肪減掉 1.6 kg（佔減重 76%），肌率逆勢上升！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D97706"/>
                </a:solidFill>
              </a:defRPr>
            </a:pPr>
            <a:r>
              <a:t>🧭 智慧導航者：麥淑媛教練與沛璇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科學方法導入：打破『少吃就會瘦』的迷思，教我們『吃對順序、吃足營養』。</a:t>
            </a:r>
            <a:br/>
            <a:br/>
            <a:r>
              <a:t>• 即時盤查與診斷：每一餐拍照回報，教練一眼看出油脂超標或水分不足。</a:t>
            </a:r>
            <a:br/>
            <a:br/>
            <a:r>
              <a:t>• 心靈定海神針：在情緒波動與身體適應期，給予最強大的心理支持。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五 幕・最大危機（一）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深淵試煉：爬 5 樓雙腿發軟，我是不是把肌肉減掉了？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體重神速下降的背後，迎來了對體能與心理的最大衝擊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400">
                <a:solidFill>
                  <a:srgbClr val="DC2626"/>
                </a:solidFill>
              </a:defRPr>
            </a:pPr>
            <a:r>
              <a:t>第 3 週的撞牆期：雙腿發軟的恐慌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體重大幅減輕的驚喜：第 3 週體重已經降到 63.6 kg（提前超越目標，達標率 148%）！</a:t>
            </a:r>
          </a:p>
          <a:p>
            <a:pPr>
              <a:spcAft>
                <a:spcPts val="1400"/>
              </a:spcAft>
              <a:defRPr sz="1700">
                <a:solidFill>
                  <a:srgbClr val="DC2626"/>
                </a:solidFill>
              </a:defRPr>
            </a:pPr>
            <a:r>
              <a:t>• 意想不到的體能危機：有一天爬 5 樓時，突然感到雙腿沉重、肌耐力嚴重不足，心跳劇烈狂跳。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內心的懷疑與心魔：『我是不是減太快了？我是不是把寶貴的肌肉給減掉了？這樣真的健康嗎？』</a:t>
            </a:r>
          </a:p>
          <a:p>
            <a:pPr>
              <a:defRPr sz="1700">
                <a:solidFill>
                  <a:srgbClr val="059669"/>
                </a:solidFill>
              </a:defRPr>
            </a:pPr>
            <a:r>
              <a:t>• 教練的科學破解：這是身體燃脂途徑轉換與醣原排空後的正常適應期！立即補足電解質、優化蛋白質補充，危機迎刃而解。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五 幕・最大危機（二）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自律極限：素食齋戒週，在無肉少油中的終極拔河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當習慣的蛋白質來源全部歸零，靠什麼撐過這場身心風暴？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400">
                <a:solidFill>
                  <a:srgbClr val="DC2626"/>
                </a:solidFill>
              </a:defRPr>
            </a:pPr>
            <a:r>
              <a:t>意志力的終極考驗：素食齋戒挑戰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蛋白質攝取的巨大斷層：平時習慣吃雞胸肉、魚肉、牛肉，進入齋戒週後所有肉類葷食全部歸零！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外食地雷處處驚心：市售素食往往重油、勾芡、加工素料充斥，要找到無油、純淨的植物蛋白難如登天。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飢餓感與自律拔河：面對社交場合與撲鼻的美食香氣，必須依靠純植物性蛋白質補充與極致自律。</a:t>
            </a:r>
          </a:p>
          <a:p>
            <a:pPr>
              <a:defRPr sz="1700">
                <a:solidFill>
                  <a:srgbClr val="059669"/>
                </a:solidFill>
              </a:defRPr>
            </a:pPr>
            <a:r>
              <a:t>• 頓悟與轉化：這不是『剝奪』，而是一次給腸胃道最極致的深層大掃除與排毒淨化！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六 幕・蛻變與寶物（數據篇）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45 天真實成績單：數字不會說謊，身體給了最誠實的回饋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體態脫胎換骨，逆勢增肌減脂！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體重變化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68.7 ➔ 63.0</a:t>
            </a:r>
          </a:p>
          <a:p>
            <a:pPr>
              <a:spcAft>
                <a:spcPts val="1000"/>
              </a:spcAft>
              <a:defRPr sz="2400" b="1">
                <a:solidFill>
                  <a:srgbClr val="059669"/>
                </a:solidFill>
              </a:defRPr>
            </a:pPr>
            <a:r>
              <a:t>累減 5.7 kg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達標率 165.7%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腰圍尺寸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90 ➔ 82 cm</a:t>
            </a:r>
          </a:p>
          <a:p>
            <a:pPr>
              <a:spcAft>
                <a:spcPts val="1000"/>
              </a:spcAft>
              <a:defRPr sz="2400" b="1">
                <a:solidFill>
                  <a:srgbClr val="059669"/>
                </a:solidFill>
              </a:defRPr>
            </a:pPr>
            <a:r>
              <a:t>狂瘦 8 公分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皮帶多退 3 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身體年齡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48 ➔ 42 歲</a:t>
            </a:r>
          </a:p>
          <a:p>
            <a:pPr>
              <a:spcAft>
                <a:spcPts val="1000"/>
              </a:spcAft>
              <a:defRPr sz="2400" b="1">
                <a:solidFill>
                  <a:srgbClr val="D97706"/>
                </a:solidFill>
              </a:defRPr>
            </a:pPr>
            <a:r>
              <a:t>年輕 6 歲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逆齡生長！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骨骼肌率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31.1% ➔ 31.7%</a:t>
            </a:r>
          </a:p>
          <a:p>
            <a:pPr>
              <a:spcAft>
                <a:spcPts val="1000"/>
              </a:spcAft>
              <a:defRPr sz="2400" b="1">
                <a:solidFill>
                  <a:srgbClr val="059669"/>
                </a:solidFill>
              </a:defRPr>
            </a:pPr>
            <a:r>
              <a:t>逆勢上升 +0.6%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減脂不減肌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六 幕・蛻變與寶物（心態篇）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比體重機數字更珍貴的，是「感官與精力的重生」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這不只是外表的改變，而是內在生命力的全面升級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19872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59669"/>
                </a:solidFill>
              </a:defRPr>
            </a:pPr>
            <a:r>
              <a:t>👅 味蕾的重新覺醒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戒斷加工糖與重鹹後，味蕾變得極度敏銳。</a:t>
            </a:r>
            <a:br/>
            <a:r>
              <a:t>• 重新品嚐出一碗清蒸高麗菜的鮮甜。</a:t>
            </a:r>
            <a:br/>
            <a:r>
              <a:t>• 不再被化學調味料綁架，真正享受食物的原貌。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D97706"/>
                </a:solidFill>
              </a:defRPr>
            </a:pPr>
            <a:r>
              <a:t>⚡ 下午精力滿格不宕機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下午兩點開會不再陷入昏睡絕境。</a:t>
            </a:r>
            <a:br/>
            <a:r>
              <a:t>• 告別咖啡續命，專注力與工作效率倍增。</a:t>
            </a:r>
            <a:br/>
            <a:r>
              <a:t>• 晚上睡眠品質大幅提升，起床神清氣爽。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59669"/>
                </a:solidFill>
              </a:defRPr>
            </a:pPr>
            <a:r>
              <a:t>👑 拿回人生主控權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從『被慾望控制』轉變成『主動選擇健康』。</a:t>
            </a:r>
            <a:br/>
            <a:r>
              <a:t>• 明白自己吃下肚的每一口食物會帶來什麼影響。</a:t>
            </a:r>
            <a:br/>
            <a:r>
              <a:t>• 建立終身可持續的飲食與生活新常態。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七 幕・帶著禮物歸來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把禮物送給現場的你：明天就能啟動的健康行動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你不需要很厲害才開始，但你需要開始才會變得很厲害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059669"/>
                </a:solidFill>
              </a:defRPr>
            </a:pPr>
            <a:r>
              <a:t>🌱 給還沒接觸過健管的朋友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明天起床，請立刻試試這兩個「微行動」：</a:t>
            </a:r>
            <a:br/>
            <a:br/>
            <a:r>
              <a:t>1. 【喝足體重×40cc 的好水】：</a:t>
            </a:r>
            <a:br/>
            <a:r>
              <a:t>   60公斤喝 2400cc，水是代謝脂肪最好的燃燒劑！</a:t>
            </a:r>
            <a:br/>
            <a:br/>
            <a:r>
              <a:t>2. 【改變進食順序：水➔肉➔菜➔飯】：</a:t>
            </a:r>
            <a:br/>
            <a:r>
              <a:t>   先吃蛋白質與蔬菜增加飽足感，血糖不震盪，下午就不昏睡！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D97706"/>
                </a:solidFill>
              </a:defRPr>
            </a:pPr>
            <a:r>
              <a:t>🔥 給同行學員與教練團隊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結案不是終點，而是新起點：</a:t>
            </a:r>
            <a:br/>
            <a:br/>
            <a:r>
              <a:t>1. 【維持期才是真功夫】：</a:t>
            </a:r>
            <a:br/>
            <a:r>
              <a:t>   健管 45 不是短暫的節食減肥，而是一輩子可長可久的健康生活哲學。</a:t>
            </a:r>
            <a:br/>
            <a:br/>
            <a:r>
              <a:t>2. 【成為別人的燈塔】：</a:t>
            </a:r>
            <a:br/>
            <a:r>
              <a:t>   用我們身上看得到的改變與光彩，去影響身邊深愛的家人與朋友！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59669"/>
                </a:solidFill>
                <a:latin typeface="Microsoft JhengHei"/>
              </a:defRPr>
            </a:pPr>
            <a:r>
              <a:t>48 歲，我的人生下半場才剛開始！</a:t>
            </a:r>
          </a:p>
          <a:p>
            <a:pPr>
              <a:spcAft>
                <a:spcPts val="2800"/>
              </a:spcAft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「45 天前，我以為我只是在管理體重；</a:t>
            </a:r>
            <a:br/>
            <a:r>
              <a:t> 45 天後，我發現我贏回了人生的主控權。」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衷心感謝：最佳戰友 Carolyn ｜ 推薦人 江沛璇 ｜ 健管教練 麥淑媛 ｜ 寰宇南京中心全體夥伴</a:t>
            </a:r>
          </a:p>
          <a:p>
            <a:pPr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謝謝大家！祝大家都能找回充滿生命力的自己！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